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1" r:id="rId2"/>
    <p:sldId id="257" r:id="rId3"/>
    <p:sldId id="265" r:id="rId4"/>
    <p:sldId id="258" r:id="rId5"/>
    <p:sldId id="266" r:id="rId6"/>
    <p:sldId id="267" r:id="rId7"/>
    <p:sldId id="268" r:id="rId8"/>
    <p:sldId id="269" r:id="rId9"/>
    <p:sldId id="270" r:id="rId10"/>
    <p:sldId id="259" r:id="rId11"/>
    <p:sldId id="260" r:id="rId12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03"/>
    <p:restoredTop sz="94694"/>
  </p:normalViewPr>
  <p:slideViewPr>
    <p:cSldViewPr snapToGrid="0">
      <p:cViewPr varScale="1">
        <p:scale>
          <a:sx n="120" d="100"/>
          <a:sy n="120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F6895-8A10-0244-AD8B-45D6AC9078CA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BF10A-432C-2C47-9005-02E120B06481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812533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BF10A-432C-2C47-9005-02E120B06481}" type="slidenum">
              <a:rPr lang="en-SA" smtClean="0"/>
              <a:t>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05851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93F25-CE49-CE59-9A73-F3E85CE27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A7899-6CE8-4A1F-18F6-FCA64880A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69011-1E82-1396-8E31-1B641285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28E77-ADF4-DF58-5FC3-F18F49F28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7DCD3-AC47-9593-763B-B69FC7641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02521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0AE1-3CB7-3C87-F4AB-0FFF51D9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C8625-A210-44D3-7A7A-54E263A40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97821-4989-0CC5-3211-778B9FD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3BF35-8F79-8FBC-23B2-48AFC9247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7D432-3F86-F7CE-CDB4-F390B910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90133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A1948-A345-973D-E07A-BA1E6F7C6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A69C6-DCFF-FDA8-FC3D-343C77493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4EC71-6BD8-14C4-331B-B91D15C5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90CDA-45D4-87AB-B28B-683DBEAD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DDB1A-6F14-D49F-D980-180C8DB6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7513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7B97-A75D-AD40-80A4-DC2DF6D3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5E1EF-750A-8996-D02B-1F02CF1C2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A3F1B-86E6-DC37-10F8-C8DB54813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0CB91-B3FE-3FAE-CF10-F5CF744EE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A279E-E03A-1B1B-4A01-709C21CF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57A4F-9789-0649-5945-9702534B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90955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DE4AB-08C2-45F2-FB71-00B70BCE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27F97-EA91-74AB-3483-29B1D0ED5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A997C-09C6-27D8-C9C4-C81C46566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B4E3C3-7F23-72FF-7DA5-0B0A03799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E905BD-8F13-07E2-5886-FD9A496FD4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222040-ED67-CB9F-83DD-A8579F30E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30379-0911-FA80-5EA2-146FD279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730ECC-CDC4-116C-C98F-A0D146E7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728726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A00FF-C51A-F321-FCD5-515B54DF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E95CC-00DE-9B5E-D0E2-9E4A4CF63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10ED5-72DD-A222-095F-AD8A338B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7F05A-DF78-717F-5814-8542666A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93362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FBEA4-2410-6ACA-38FC-9A576657C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8ECD2-6F0E-52A1-F4C0-22A9DFC2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EAE25-7A16-2DD1-701B-93D51AF3F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47666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FF996-93B1-383F-8973-2E399EFB3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A1570-F1EE-0B2F-86EB-B37E803A9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629AA-910E-0CB4-DC2D-5061309C2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3D886-5F42-55CA-501A-9D39FCAD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7E7C9-6AB2-322E-2C48-586A48ED2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91786-2F53-FAD5-62C6-FEF015B76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538885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A26D-701C-DB8B-99FD-BB1D69A1C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A8A132-8DF5-F04D-747A-F575AA9AD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29251-67FD-BA88-D759-CFB856414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EE209-7664-F321-1629-BB215EEF0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29A02-B1F7-E475-C531-1EECF773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DF638-E867-6F9E-2A88-B5A99796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804238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1A4A-B0BA-FA82-63A5-3A1C385E5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3AF78-2A25-A462-DE7D-4A07A1BE8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583AC-B143-095B-68F8-648057E3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95B05-17AD-C7DC-7E6C-0C1335F9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F8AFA-DB76-DE6E-6BC9-3A8BD145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414406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26A32-D9FC-82A3-B3D4-7FBA5E20F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27FC5-8069-80D0-2236-8B5FF8FD8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B06-498A-884D-2C85-2CE6026E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67F8E-CC33-5C18-100A-64DBF2C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1E327-77EB-5483-A482-7621E41D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01103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6B2C79-654F-B177-6267-44B30722D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4C6D4-DBB2-A48F-A9FC-DF883BB23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A9C81-0497-0080-C644-0015746D6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5380B-D6F0-5947-86F9-8C6DD6DD1255}" type="datetimeFigureOut">
              <a:rPr lang="en-SA" smtClean="0"/>
              <a:t>11/12/2025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FA868-97AE-6C27-E9B8-A2C2DA090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286A4-77A8-F295-0D7D-4B4AC1CEF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2201F-CF41-1B47-B4DD-E162A105EAA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61889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umberajar.com/kamus/uml-jenis-diagram-dan-fungsinya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in a suit pointing at a screen&#10;&#10;AI-generated content may be incorrect.">
            <a:extLst>
              <a:ext uri="{FF2B5EF4-FFF2-40B4-BE49-F238E27FC236}">
                <a16:creationId xmlns:a16="http://schemas.microsoft.com/office/drawing/2014/main" id="{D654E013-9A78-7D71-BA45-EBE787EA0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1ED93-13E2-773F-05C6-BC0E2C6D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SA" sz="4000"/>
              <a:t>UML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D9EF1-7552-9B6C-3949-2AABE36C8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ar-SA" sz="2000"/>
              <a:t> </a:t>
            </a:r>
            <a:r>
              <a:rPr lang="en-US" sz="2000"/>
              <a:t>Student work :</a:t>
            </a:r>
          </a:p>
          <a:p>
            <a:pPr marL="0" indent="0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SA" sz="2000"/>
              <a:t>Mohammed alyahya</a:t>
            </a:r>
          </a:p>
          <a:p>
            <a:pPr marL="0" indent="0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SA" sz="2000"/>
              <a:t>Ahmed alhajry</a:t>
            </a:r>
          </a:p>
          <a:p>
            <a:pPr marL="0" indent="0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SA" sz="2000"/>
              <a:t>Hassan alabdulal</a:t>
            </a:r>
          </a:p>
          <a:p>
            <a:pPr marL="0" indent="0">
              <a:buNone/>
            </a:pPr>
            <a:r>
              <a:rPr lang="en-US" sz="2000"/>
              <a:t> Badr Almanea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Doctor of course : Mohammed Elfaki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3927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A9774-A7E8-5169-D5A3-BE391524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EER diagram</a:t>
            </a:r>
          </a:p>
        </p:txBody>
      </p:sp>
      <p:pic>
        <p:nvPicPr>
          <p:cNvPr id="5" name="Picture 4" descr="A diagram of a workflow&#10;&#10;AI-generated content may be incorrect.">
            <a:extLst>
              <a:ext uri="{FF2B5EF4-FFF2-40B4-BE49-F238E27FC236}">
                <a16:creationId xmlns:a16="http://schemas.microsoft.com/office/drawing/2014/main" id="{C4AF880C-C2A9-522E-EE69-93A0C93AC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225147"/>
            <a:ext cx="7225748" cy="440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7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F40FD-0751-AFEF-60D3-6870E0349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 diagram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diagram of a football game&#10;&#10;AI-generated content may be incorrect.">
            <a:extLst>
              <a:ext uri="{FF2B5EF4-FFF2-40B4-BE49-F238E27FC236}">
                <a16:creationId xmlns:a16="http://schemas.microsoft.com/office/drawing/2014/main" id="{7DD1F003-0665-147B-E14F-69954FAC0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909021"/>
            <a:ext cx="7225748" cy="503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79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C7F38-5D2A-2DFF-5B08-6DA51E466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sequence Diagram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D0B876B-71D4-88CC-203B-CE88DDF95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592895"/>
            <a:ext cx="7225748" cy="567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0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318A4-9E87-1E80-1D12-D133C1D4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F8BBF-E328-E7CD-3971-145925CD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sequence Diagram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DF407734-A777-8CB1-97BD-576691E67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720" y="278836"/>
            <a:ext cx="7772400" cy="631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8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29961-C124-B6E0-2E30-BE8D74185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71847-8F02-D3EE-FF5D-F4FF5A0E9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Swimlane diagram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2056F63-F7EE-BC95-E103-8DC7D5E14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269" y="281617"/>
            <a:ext cx="7772400" cy="629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6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48769-95C5-CD82-0B0C-6B8453FFA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2F64E-E09D-7976-4101-F3A9ABFC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Swimlane diagram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AB999F9-F329-5202-01F7-142F7E3E1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962" y="331335"/>
            <a:ext cx="7772400" cy="636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9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FACB5-6949-5536-379D-524B6B0A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F579A-8BC7-4EC9-D499-A0E05173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Swimlane diagram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4513C-7F6B-D038-2F49-641CC0A32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39" y="17819"/>
            <a:ext cx="7607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2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FFDD3-5E28-E13D-3F38-2AE9F2F29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79095-C55A-DC3E-1EC0-2C3E4557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Classes diagram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7D452-5CF0-E94D-E398-8C61EE0F0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962" y="478712"/>
            <a:ext cx="7772400" cy="591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23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8E2BC-5340-A1B3-1A4B-FB17A0620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three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14BD373-321D-1190-91A9-FAF43D2ED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70" y="1265738"/>
            <a:ext cx="11387470" cy="213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26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74C84-B4FE-7164-E2A9-A3CA86FE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Decision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0F512-AC0C-8B3E-C20E-6E9BBAE4B7A5}"/>
              </a:ext>
            </a:extLst>
          </p:cNvPr>
          <p:cNvSpPr txBox="1"/>
          <p:nvPr/>
        </p:nvSpPr>
        <p:spPr>
          <a:xfrm>
            <a:off x="4740166" y="14083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36837E-0F9C-90D2-FFEA-A7B680788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203" y="1084521"/>
            <a:ext cx="9432006" cy="383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33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45</Words>
  <Application>Microsoft Macintosh PowerPoint</Application>
  <PresentationFormat>Widescreen</PresentationFormat>
  <Paragraphs>19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UML diagrams</vt:lpstr>
      <vt:lpstr>EER diagram</vt:lpstr>
      <vt:lpstr>Use case diagram</vt:lpstr>
      <vt:lpstr>sequence Diagram </vt:lpstr>
      <vt:lpstr>sequence Diagram </vt:lpstr>
      <vt:lpstr>Swimlane diagram</vt:lpstr>
      <vt:lpstr>Swimlane diagram</vt:lpstr>
      <vt:lpstr>Swimlane diagram</vt:lpstr>
      <vt:lpstr>Classes diagram</vt:lpstr>
      <vt:lpstr>Decision three</vt:lpstr>
      <vt:lpstr>Decision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حسن  صالح سعود العبدالعال</dc:creator>
  <cp:lastModifiedBy>حسن  صالح سعود العبدالعال</cp:lastModifiedBy>
  <cp:revision>2</cp:revision>
  <dcterms:created xsi:type="dcterms:W3CDTF">2025-12-10T21:44:55Z</dcterms:created>
  <dcterms:modified xsi:type="dcterms:W3CDTF">2025-12-11T09:23:30Z</dcterms:modified>
</cp:coreProperties>
</file>