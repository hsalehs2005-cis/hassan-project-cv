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media/image68.jpg" ContentType="image/jpeg"/>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7" r:id="rId3"/>
    <p:sldId id="336" r:id="rId4"/>
    <p:sldId id="346" r:id="rId5"/>
    <p:sldId id="345" r:id="rId6"/>
    <p:sldId id="348" r:id="rId7"/>
    <p:sldId id="257" r:id="rId8"/>
    <p:sldId id="312" r:id="rId9"/>
    <p:sldId id="264" r:id="rId10"/>
    <p:sldId id="265" r:id="rId11"/>
    <p:sldId id="266" r:id="rId12"/>
    <p:sldId id="276" r:id="rId13"/>
    <p:sldId id="277" r:id="rId14"/>
    <p:sldId id="278" r:id="rId15"/>
    <p:sldId id="279" r:id="rId16"/>
    <p:sldId id="280" r:id="rId17"/>
    <p:sldId id="281" r:id="rId18"/>
    <p:sldId id="282" r:id="rId19"/>
    <p:sldId id="283" r:id="rId20"/>
    <p:sldId id="284" r:id="rId21"/>
    <p:sldId id="285" r:id="rId22"/>
    <p:sldId id="286" r:id="rId23"/>
    <p:sldId id="293" r:id="rId24"/>
    <p:sldId id="294" r:id="rId25"/>
    <p:sldId id="295" r:id="rId26"/>
    <p:sldId id="302" r:id="rId27"/>
    <p:sldId id="349" r:id="rId28"/>
    <p:sldId id="350" r:id="rId29"/>
    <p:sldId id="305" r:id="rId30"/>
    <p:sldId id="306" r:id="rId31"/>
    <p:sldId id="308" r:id="rId32"/>
    <p:sldId id="309" r:id="rId33"/>
    <p:sldId id="310" r:id="rId34"/>
    <p:sldId id="311" r:id="rId35"/>
    <p:sldId id="314" r:id="rId36"/>
    <p:sldId id="351" r:id="rId37"/>
    <p:sldId id="319" r:id="rId38"/>
    <p:sldId id="352" r:id="rId39"/>
    <p:sldId id="30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3" Type="http://schemas.openxmlformats.org/officeDocument/2006/relationships/hyperlink" Target="http://istqbexamcertification.com/what-is-incremental-model-advantages-disadvantages-and-when-to-use-it/" TargetMode="External"/><Relationship Id="rId7" Type="http://schemas.openxmlformats.org/officeDocument/2006/relationships/hyperlink" Target="http://istqbexamcertification.com/what-is-spiral-model-advantages-disadvantages-and-when-to-use-it/" TargetMode="External"/><Relationship Id="rId2" Type="http://schemas.openxmlformats.org/officeDocument/2006/relationships/hyperlink" Target="http://istqbexamcertification.com/what-is-v-model-advantages-disadvantages-and-when-to-use-it/" TargetMode="External"/><Relationship Id="rId1" Type="http://schemas.openxmlformats.org/officeDocument/2006/relationships/hyperlink" Target="http://istqbexamcertification.com/what-is-waterfall-model-advantages-disadvantages-and-when-to-use-it/" TargetMode="External"/><Relationship Id="rId6" Type="http://schemas.openxmlformats.org/officeDocument/2006/relationships/hyperlink" Target="http://istqbexamcertification.com/what-is-iterative-model-advantages-disadvantages-and-when-to-use-it/" TargetMode="External"/><Relationship Id="rId5" Type="http://schemas.openxmlformats.org/officeDocument/2006/relationships/hyperlink" Target="http://istqbexamcertification.com/what-is-agile-model-advantages-disadvantages-and-when-to-use-it/" TargetMode="External"/><Relationship Id="rId4" Type="http://schemas.openxmlformats.org/officeDocument/2006/relationships/hyperlink" Target="http://istqbexamcertification.com/what-is-rad-model-advantages-disadvantages-and-when-to-use-it/" TargetMode="External"/></Relationships>
</file>

<file path=ppt/diagrams/_rels/data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hyperlink" Target="http://istqbexamcertification.com/what-is-a-software-testing/" TargetMode="External"/><Relationship Id="rId1" Type="http://schemas.openxmlformats.org/officeDocument/2006/relationships/hyperlink" Target="http://istqbexamcertification.com/what-is-waterfall-model-advantages-disadvantages-and-when-to-use-it/" TargetMode="Externa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ata4.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hyperlink" Target="http://istqbexamcertification.com/what-are-the-software-development-life-cycle-phases/" TargetMode="Externa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diagrams/_rels/data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_rels/data6.xml.rels><?xml version="1.0" encoding="UTF-8" standalone="yes"?>
<Relationships xmlns="http://schemas.openxmlformats.org/package/2006/relationships"><Relationship Id="rId1" Type="http://schemas.openxmlformats.org/officeDocument/2006/relationships/hyperlink" Target="http://istqbexamcertification.com/what-is-waterfall-model-advantages-disadvantages-and-when-to-use-it/" TargetMode="External"/></Relationships>
</file>

<file path=ppt/diagrams/_rels/data7.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sv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_rels/data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8.svg"/><Relationship Id="rId7" Type="http://schemas.openxmlformats.org/officeDocument/2006/relationships/image" Target="../media/image50.svg"/><Relationship Id="rId2" Type="http://schemas.openxmlformats.org/officeDocument/2006/relationships/image" Target="../media/image47.png"/><Relationship Id="rId1" Type="http://schemas.openxmlformats.org/officeDocument/2006/relationships/hyperlink" Target="http://istqbexamcertification.com/what-is-incremental-model-advantages-disadvantages-and-when-to-use-it/" TargetMode="External"/><Relationship Id="rId6" Type="http://schemas.openxmlformats.org/officeDocument/2006/relationships/image" Target="../media/image49.png"/><Relationship Id="rId11" Type="http://schemas.openxmlformats.org/officeDocument/2006/relationships/image" Target="../media/image54.svg"/><Relationship Id="rId5" Type="http://schemas.openxmlformats.org/officeDocument/2006/relationships/image" Target="../media/image14.svg"/><Relationship Id="rId10" Type="http://schemas.openxmlformats.org/officeDocument/2006/relationships/image" Target="../media/image53.png"/><Relationship Id="rId4" Type="http://schemas.openxmlformats.org/officeDocument/2006/relationships/image" Target="../media/image13.png"/><Relationship Id="rId9" Type="http://schemas.openxmlformats.org/officeDocument/2006/relationships/image" Target="../media/image52.svg"/></Relationships>
</file>

<file path=ppt/diagrams/_rels/data9.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60.png"/><Relationship Id="rId3" Type="http://schemas.openxmlformats.org/officeDocument/2006/relationships/hyperlink" Target="http://istqbexamcertification.com/what-is-software-quality/" TargetMode="External"/><Relationship Id="rId7" Type="http://schemas.openxmlformats.org/officeDocument/2006/relationships/image" Target="../media/image23.png"/><Relationship Id="rId12" Type="http://schemas.openxmlformats.org/officeDocument/2006/relationships/image" Target="../media/image59.svg"/><Relationship Id="rId2" Type="http://schemas.openxmlformats.org/officeDocument/2006/relationships/hyperlink" Target="http://istqbexamcertification.com/why-is-testing-necessary/" TargetMode="External"/><Relationship Id="rId1" Type="http://schemas.openxmlformats.org/officeDocument/2006/relationships/hyperlink" Target="http://istqbexamcertification.com/what-is-incremental-model-advantages-disadvantages-and-when-to-use-it/" TargetMode="External"/><Relationship Id="rId6" Type="http://schemas.openxmlformats.org/officeDocument/2006/relationships/image" Target="../media/image56.svg"/><Relationship Id="rId11" Type="http://schemas.openxmlformats.org/officeDocument/2006/relationships/image" Target="../media/image27.png"/><Relationship Id="rId5" Type="http://schemas.openxmlformats.org/officeDocument/2006/relationships/image" Target="../media/image13.png"/><Relationship Id="rId10" Type="http://schemas.openxmlformats.org/officeDocument/2006/relationships/image" Target="../media/image58.svg"/><Relationship Id="rId4" Type="http://schemas.openxmlformats.org/officeDocument/2006/relationships/hyperlink" Target="http://istqbexamcertification.com/what-are-the-software-development-models/" TargetMode="External"/><Relationship Id="rId9" Type="http://schemas.openxmlformats.org/officeDocument/2006/relationships/image" Target="../media/image7.png"/><Relationship Id="rId14" Type="http://schemas.openxmlformats.org/officeDocument/2006/relationships/image" Target="../media/image61.svg"/></Relationships>
</file>

<file path=ppt/diagrams/_rels/data1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66.svg"/></Relationships>
</file>

<file path=ppt/diagrams/_rels/data1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38.svg"/><Relationship Id="rId1" Type="http://schemas.openxmlformats.org/officeDocument/2006/relationships/image" Target="../media/image37.png"/><Relationship Id="rId4" Type="http://schemas.openxmlformats.org/officeDocument/2006/relationships/image" Target="../media/image64.svg"/></Relationships>
</file>

<file path=ppt/diagrams/_rels/data1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70.svg"/></Relationships>
</file>

<file path=ppt/diagrams/_rels/data1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14.svg"/><Relationship Id="rId7" Type="http://schemas.openxmlformats.org/officeDocument/2006/relationships/image" Target="../media/image24.svg"/><Relationship Id="rId2" Type="http://schemas.openxmlformats.org/officeDocument/2006/relationships/image" Target="../media/image13.png"/><Relationship Id="rId1" Type="http://schemas.openxmlformats.org/officeDocument/2006/relationships/hyperlink" Target="http://istqbexamcertification.com/what-is-incremental-model-advantages-disadvantages-and-when-to-use-it/" TargetMode="External"/><Relationship Id="rId6" Type="http://schemas.openxmlformats.org/officeDocument/2006/relationships/image" Target="../media/image23.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72.svg"/></Relationships>
</file>

<file path=ppt/diagrams/_rels/data1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75.svg"/><Relationship Id="rId1" Type="http://schemas.openxmlformats.org/officeDocument/2006/relationships/image" Target="../media/image74.png"/><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64.svg"/></Relationships>
</file>

<file path=ppt/diagrams/_rels/drawing1.xml.rels><?xml version="1.0" encoding="UTF-8" standalone="yes"?>
<Relationships xmlns="http://schemas.openxmlformats.org/package/2006/relationships"><Relationship Id="rId3" Type="http://schemas.openxmlformats.org/officeDocument/2006/relationships/hyperlink" Target="http://istqbexamcertification.com/what-is-incremental-model-advantages-disadvantages-and-when-to-use-it/" TargetMode="External"/><Relationship Id="rId7" Type="http://schemas.openxmlformats.org/officeDocument/2006/relationships/hyperlink" Target="http://istqbexamcertification.com/what-is-spiral-model-advantages-disadvantages-and-when-to-use-it/" TargetMode="External"/><Relationship Id="rId2" Type="http://schemas.openxmlformats.org/officeDocument/2006/relationships/hyperlink" Target="http://istqbexamcertification.com/what-is-v-model-advantages-disadvantages-and-when-to-use-it/" TargetMode="External"/><Relationship Id="rId1" Type="http://schemas.openxmlformats.org/officeDocument/2006/relationships/hyperlink" Target="http://istqbexamcertification.com/what-is-waterfall-model-advantages-disadvantages-and-when-to-use-it/" TargetMode="External"/><Relationship Id="rId6" Type="http://schemas.openxmlformats.org/officeDocument/2006/relationships/hyperlink" Target="http://istqbexamcertification.com/what-is-iterative-model-advantages-disadvantages-and-when-to-use-it/" TargetMode="External"/><Relationship Id="rId5" Type="http://schemas.openxmlformats.org/officeDocument/2006/relationships/hyperlink" Target="http://istqbexamcertification.com/what-is-agile-model-advantages-disadvantages-and-when-to-use-it/" TargetMode="External"/><Relationship Id="rId4" Type="http://schemas.openxmlformats.org/officeDocument/2006/relationships/hyperlink" Target="http://istqbexamcertification.com/what-is-rad-model-advantages-disadvantages-and-when-to-use-it/" TargetMode="External"/></Relationships>
</file>

<file path=ppt/diagrams/_rels/drawing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1.png"/><Relationship Id="rId5" Type="http://schemas.openxmlformats.org/officeDocument/2006/relationships/hyperlink" Target="http://istqbexamcertification.com/what-is-waterfall-model-advantages-disadvantages-and-when-to-use-it/" TargetMode="External"/><Relationship Id="rId10" Type="http://schemas.openxmlformats.org/officeDocument/2006/relationships/hyperlink" Target="http://istqbexamcertification.com/what-is-a-software-testing/" TargetMode="External"/><Relationship Id="rId4" Type="http://schemas.openxmlformats.org/officeDocument/2006/relationships/image" Target="../media/image10.svg"/><Relationship Id="rId9"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3" Type="http://schemas.openxmlformats.org/officeDocument/2006/relationships/hyperlink" Target="http://istqbexamcertification.com/what-are-the-software-development-life-cycle-phases/" TargetMode="External"/><Relationship Id="rId7" Type="http://schemas.openxmlformats.org/officeDocument/2006/relationships/image" Target="../media/image20.sv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diagrams/_rels/drawing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_rels/drawing6.xml.rels><?xml version="1.0" encoding="UTF-8" standalone="yes"?>
<Relationships xmlns="http://schemas.openxmlformats.org/package/2006/relationships"><Relationship Id="rId1" Type="http://schemas.openxmlformats.org/officeDocument/2006/relationships/hyperlink" Target="http://istqbexamcertification.com/what-is-waterfall-model-advantages-disadvantages-and-when-to-use-it/" TargetMode="External"/></Relationships>
</file>

<file path=ppt/diagrams/_rels/drawing7.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sv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_rels/drawing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3.png"/><Relationship Id="rId7" Type="http://schemas.openxmlformats.org/officeDocument/2006/relationships/image" Target="../media/image50.sv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49.png"/><Relationship Id="rId11" Type="http://schemas.openxmlformats.org/officeDocument/2006/relationships/image" Target="../media/image54.svg"/><Relationship Id="rId5" Type="http://schemas.openxmlformats.org/officeDocument/2006/relationships/hyperlink" Target="http://istqbexamcertification.com/what-is-incremental-model-advantages-disadvantages-and-when-to-use-it/" TargetMode="External"/><Relationship Id="rId10" Type="http://schemas.openxmlformats.org/officeDocument/2006/relationships/image" Target="../media/image53.png"/><Relationship Id="rId4" Type="http://schemas.openxmlformats.org/officeDocument/2006/relationships/image" Target="../media/image14.svg"/><Relationship Id="rId9" Type="http://schemas.openxmlformats.org/officeDocument/2006/relationships/image" Target="../media/image52.svg"/></Relationships>
</file>

<file path=ppt/diagrams/_rels/drawing9.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61.svg"/><Relationship Id="rId3" Type="http://schemas.openxmlformats.org/officeDocument/2006/relationships/hyperlink" Target="http://istqbexamcertification.com/what-is-incremental-model-advantages-disadvantages-and-when-to-use-it/" TargetMode="External"/><Relationship Id="rId7" Type="http://schemas.openxmlformats.org/officeDocument/2006/relationships/image" Target="../media/image58.svg"/><Relationship Id="rId12" Type="http://schemas.openxmlformats.org/officeDocument/2006/relationships/image" Target="../media/image60.png"/><Relationship Id="rId2" Type="http://schemas.openxmlformats.org/officeDocument/2006/relationships/image" Target="../media/image56.svg"/><Relationship Id="rId1" Type="http://schemas.openxmlformats.org/officeDocument/2006/relationships/image" Target="../media/image13.png"/><Relationship Id="rId6" Type="http://schemas.openxmlformats.org/officeDocument/2006/relationships/image" Target="../media/image7.png"/><Relationship Id="rId11" Type="http://schemas.openxmlformats.org/officeDocument/2006/relationships/hyperlink" Target="http://istqbexamcertification.com/what-is-software-quality/" TargetMode="External"/><Relationship Id="rId5" Type="http://schemas.openxmlformats.org/officeDocument/2006/relationships/image" Target="../media/image57.svg"/><Relationship Id="rId10" Type="http://schemas.openxmlformats.org/officeDocument/2006/relationships/hyperlink" Target="http://istqbexamcertification.com/why-is-testing-necessary/" TargetMode="External"/><Relationship Id="rId4" Type="http://schemas.openxmlformats.org/officeDocument/2006/relationships/image" Target="../media/image23.png"/><Relationship Id="rId9" Type="http://schemas.openxmlformats.org/officeDocument/2006/relationships/image" Target="../media/image59.svg"/><Relationship Id="rId14" Type="http://schemas.openxmlformats.org/officeDocument/2006/relationships/hyperlink" Target="http://istqbexamcertification.com/what-are-the-software-development-models/" TargetMode="External"/></Relationships>
</file>

<file path=ppt/diagrams/_rels/drawing1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66.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38.svg"/><Relationship Id="rId1" Type="http://schemas.openxmlformats.org/officeDocument/2006/relationships/image" Target="../media/image37.png"/><Relationship Id="rId4" Type="http://schemas.openxmlformats.org/officeDocument/2006/relationships/image" Target="../media/image64.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70.svg"/></Relationships>
</file>

<file path=ppt/diagrams/_rels/drawing1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hyperlink" Target="http://istqbexamcertification.com/what-is-incremental-model-advantages-disadvantages-and-when-to-use-it/" TargetMode="External"/><Relationship Id="rId7" Type="http://schemas.openxmlformats.org/officeDocument/2006/relationships/image" Target="../media/image24.sv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23.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72.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75.svg"/><Relationship Id="rId1" Type="http://schemas.openxmlformats.org/officeDocument/2006/relationships/image" Target="../media/image74.png"/><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6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D21DCA-C43B-49EA-BED4-C4ECA848A6FD}"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29D68109-A139-428A-819F-3F47636E7B35}">
      <dgm:prSet/>
      <dgm:spPr/>
      <dgm:t>
        <a:bodyPr/>
        <a:lstStyle/>
        <a:p>
          <a:r>
            <a:rPr lang="en-US">
              <a:hlinkClick xmlns:r="http://schemas.openxmlformats.org/officeDocument/2006/relationships" r:id="rId1"/>
            </a:rPr>
            <a:t>Waterfall model</a:t>
          </a:r>
          <a:endParaRPr lang="en-US"/>
        </a:p>
      </dgm:t>
    </dgm:pt>
    <dgm:pt modelId="{C7D7E69E-4E5E-4DD3-B3C6-688773032D0C}" type="parTrans" cxnId="{BFFB1980-27CE-4566-9D14-F02D00F87948}">
      <dgm:prSet/>
      <dgm:spPr/>
      <dgm:t>
        <a:bodyPr/>
        <a:lstStyle/>
        <a:p>
          <a:endParaRPr lang="en-US"/>
        </a:p>
      </dgm:t>
    </dgm:pt>
    <dgm:pt modelId="{639E2608-4317-4528-BEF7-0E98C7424DD9}" type="sibTrans" cxnId="{BFFB1980-27CE-4566-9D14-F02D00F87948}">
      <dgm:prSet/>
      <dgm:spPr/>
      <dgm:t>
        <a:bodyPr/>
        <a:lstStyle/>
        <a:p>
          <a:endParaRPr lang="en-US"/>
        </a:p>
      </dgm:t>
    </dgm:pt>
    <dgm:pt modelId="{BC16B7E5-8070-4981-A10F-B07F77D26842}">
      <dgm:prSet/>
      <dgm:spPr/>
      <dgm:t>
        <a:bodyPr/>
        <a:lstStyle/>
        <a:p>
          <a:r>
            <a:rPr lang="en-US">
              <a:hlinkClick xmlns:r="http://schemas.openxmlformats.org/officeDocument/2006/relationships" r:id="rId2"/>
            </a:rPr>
            <a:t>V model</a:t>
          </a:r>
          <a:endParaRPr lang="en-US"/>
        </a:p>
      </dgm:t>
    </dgm:pt>
    <dgm:pt modelId="{8F9A8609-E6C1-4107-AE62-B279E38D6BB6}" type="parTrans" cxnId="{8AB49F90-4C96-4185-834C-5B6A10FD2450}">
      <dgm:prSet/>
      <dgm:spPr/>
      <dgm:t>
        <a:bodyPr/>
        <a:lstStyle/>
        <a:p>
          <a:endParaRPr lang="en-US"/>
        </a:p>
      </dgm:t>
    </dgm:pt>
    <dgm:pt modelId="{37BBF3B0-77AD-4DED-B1B9-4F98284D496D}" type="sibTrans" cxnId="{8AB49F90-4C96-4185-834C-5B6A10FD2450}">
      <dgm:prSet/>
      <dgm:spPr/>
      <dgm:t>
        <a:bodyPr/>
        <a:lstStyle/>
        <a:p>
          <a:endParaRPr lang="en-US"/>
        </a:p>
      </dgm:t>
    </dgm:pt>
    <dgm:pt modelId="{BDE9D3C9-D7A0-47C0-80FC-DFEE3DA89CC2}">
      <dgm:prSet/>
      <dgm:spPr/>
      <dgm:t>
        <a:bodyPr/>
        <a:lstStyle/>
        <a:p>
          <a:r>
            <a:rPr lang="en-US">
              <a:hlinkClick xmlns:r="http://schemas.openxmlformats.org/officeDocument/2006/relationships" r:id="rId3"/>
            </a:rPr>
            <a:t>Incremental model</a:t>
          </a:r>
          <a:endParaRPr lang="en-US"/>
        </a:p>
      </dgm:t>
    </dgm:pt>
    <dgm:pt modelId="{DEC42B7C-3A77-455D-876C-7CACC5E724E9}" type="parTrans" cxnId="{EE6EDA19-04F3-48D1-8890-468AC7775D89}">
      <dgm:prSet/>
      <dgm:spPr/>
      <dgm:t>
        <a:bodyPr/>
        <a:lstStyle/>
        <a:p>
          <a:endParaRPr lang="en-US"/>
        </a:p>
      </dgm:t>
    </dgm:pt>
    <dgm:pt modelId="{E1A866B8-FB65-4266-B3F2-81B835D7AF0B}" type="sibTrans" cxnId="{EE6EDA19-04F3-48D1-8890-468AC7775D89}">
      <dgm:prSet/>
      <dgm:spPr/>
      <dgm:t>
        <a:bodyPr/>
        <a:lstStyle/>
        <a:p>
          <a:endParaRPr lang="en-US"/>
        </a:p>
      </dgm:t>
    </dgm:pt>
    <dgm:pt modelId="{88569321-D3F7-4D6A-BF50-A7E9F0A16B21}">
      <dgm:prSet/>
      <dgm:spPr/>
      <dgm:t>
        <a:bodyPr/>
        <a:lstStyle/>
        <a:p>
          <a:r>
            <a:rPr lang="en-US">
              <a:hlinkClick xmlns:r="http://schemas.openxmlformats.org/officeDocument/2006/relationships" r:id="rId4"/>
            </a:rPr>
            <a:t>RAD model</a:t>
          </a:r>
          <a:endParaRPr lang="en-US"/>
        </a:p>
      </dgm:t>
    </dgm:pt>
    <dgm:pt modelId="{11E06490-043B-4A56-92A5-AD303E02F647}" type="parTrans" cxnId="{1D0856B2-9B17-4BB3-AFF5-F575C47ED46A}">
      <dgm:prSet/>
      <dgm:spPr/>
      <dgm:t>
        <a:bodyPr/>
        <a:lstStyle/>
        <a:p>
          <a:endParaRPr lang="en-US"/>
        </a:p>
      </dgm:t>
    </dgm:pt>
    <dgm:pt modelId="{39292B4D-C808-4D59-B6F4-E08FF0041E1A}" type="sibTrans" cxnId="{1D0856B2-9B17-4BB3-AFF5-F575C47ED46A}">
      <dgm:prSet/>
      <dgm:spPr/>
      <dgm:t>
        <a:bodyPr/>
        <a:lstStyle/>
        <a:p>
          <a:endParaRPr lang="en-US"/>
        </a:p>
      </dgm:t>
    </dgm:pt>
    <dgm:pt modelId="{BEEF3BB5-A747-4BDB-ACB2-504FFB6851F3}">
      <dgm:prSet/>
      <dgm:spPr/>
      <dgm:t>
        <a:bodyPr/>
        <a:lstStyle/>
        <a:p>
          <a:r>
            <a:rPr lang="en-US">
              <a:hlinkClick xmlns:r="http://schemas.openxmlformats.org/officeDocument/2006/relationships" r:id="rId5"/>
            </a:rPr>
            <a:t>Agile model</a:t>
          </a:r>
          <a:endParaRPr lang="en-US"/>
        </a:p>
      </dgm:t>
    </dgm:pt>
    <dgm:pt modelId="{B1458960-210B-4D5A-A8D6-EA3D3757196A}" type="parTrans" cxnId="{4A13E765-75BF-44F8-A708-72C2F69A663E}">
      <dgm:prSet/>
      <dgm:spPr/>
      <dgm:t>
        <a:bodyPr/>
        <a:lstStyle/>
        <a:p>
          <a:endParaRPr lang="en-US"/>
        </a:p>
      </dgm:t>
    </dgm:pt>
    <dgm:pt modelId="{45F0FE9A-9E28-4F74-A4F5-F7E436E972FC}" type="sibTrans" cxnId="{4A13E765-75BF-44F8-A708-72C2F69A663E}">
      <dgm:prSet/>
      <dgm:spPr/>
      <dgm:t>
        <a:bodyPr/>
        <a:lstStyle/>
        <a:p>
          <a:endParaRPr lang="en-US"/>
        </a:p>
      </dgm:t>
    </dgm:pt>
    <dgm:pt modelId="{9D2675A4-C0E2-4A68-8400-E0CD7CFB4FF3}">
      <dgm:prSet/>
      <dgm:spPr/>
      <dgm:t>
        <a:bodyPr/>
        <a:lstStyle/>
        <a:p>
          <a:r>
            <a:rPr lang="en-US">
              <a:hlinkClick xmlns:r="http://schemas.openxmlformats.org/officeDocument/2006/relationships" r:id="rId6"/>
            </a:rPr>
            <a:t>Iterative model</a:t>
          </a:r>
          <a:endParaRPr lang="en-US"/>
        </a:p>
      </dgm:t>
    </dgm:pt>
    <dgm:pt modelId="{254393A9-BFAA-4C11-B453-73DE2C02DEC1}" type="parTrans" cxnId="{8117CA89-1F8B-42D3-B9DA-2099DF0F0AD7}">
      <dgm:prSet/>
      <dgm:spPr/>
      <dgm:t>
        <a:bodyPr/>
        <a:lstStyle/>
        <a:p>
          <a:endParaRPr lang="en-US"/>
        </a:p>
      </dgm:t>
    </dgm:pt>
    <dgm:pt modelId="{349702CA-5A94-48F1-AD9C-61D1B7DB089D}" type="sibTrans" cxnId="{8117CA89-1F8B-42D3-B9DA-2099DF0F0AD7}">
      <dgm:prSet/>
      <dgm:spPr/>
      <dgm:t>
        <a:bodyPr/>
        <a:lstStyle/>
        <a:p>
          <a:endParaRPr lang="en-US"/>
        </a:p>
      </dgm:t>
    </dgm:pt>
    <dgm:pt modelId="{98D85020-A223-4310-A788-A05573B473F1}">
      <dgm:prSet/>
      <dgm:spPr/>
      <dgm:t>
        <a:bodyPr/>
        <a:lstStyle/>
        <a:p>
          <a:r>
            <a:rPr lang="en-US">
              <a:hlinkClick xmlns:r="http://schemas.openxmlformats.org/officeDocument/2006/relationships" r:id="rId7"/>
            </a:rPr>
            <a:t>Spiral model</a:t>
          </a:r>
          <a:endParaRPr lang="en-US"/>
        </a:p>
      </dgm:t>
    </dgm:pt>
    <dgm:pt modelId="{252B9B9E-3D51-4397-AE73-472D14D72FA6}" type="parTrans" cxnId="{C89F5765-EE5E-488F-BA5A-BDC060672D76}">
      <dgm:prSet/>
      <dgm:spPr/>
      <dgm:t>
        <a:bodyPr/>
        <a:lstStyle/>
        <a:p>
          <a:endParaRPr lang="en-US"/>
        </a:p>
      </dgm:t>
    </dgm:pt>
    <dgm:pt modelId="{BF301406-2EBF-4E82-B860-572B60CCBCDE}" type="sibTrans" cxnId="{C89F5765-EE5E-488F-BA5A-BDC060672D76}">
      <dgm:prSet/>
      <dgm:spPr/>
      <dgm:t>
        <a:bodyPr/>
        <a:lstStyle/>
        <a:p>
          <a:endParaRPr lang="en-US"/>
        </a:p>
      </dgm:t>
    </dgm:pt>
    <dgm:pt modelId="{8F238547-8A68-48C0-907D-191CE940A103}" type="pres">
      <dgm:prSet presAssocID="{E3D21DCA-C43B-49EA-BED4-C4ECA848A6FD}" presName="diagram" presStyleCnt="0">
        <dgm:presLayoutVars>
          <dgm:dir/>
          <dgm:resizeHandles val="exact"/>
        </dgm:presLayoutVars>
      </dgm:prSet>
      <dgm:spPr/>
    </dgm:pt>
    <dgm:pt modelId="{4032B159-DB69-4CDB-8E2B-2A29E0B549D7}" type="pres">
      <dgm:prSet presAssocID="{29D68109-A139-428A-819F-3F47636E7B35}" presName="node" presStyleLbl="node1" presStyleIdx="0" presStyleCnt="7">
        <dgm:presLayoutVars>
          <dgm:bulletEnabled val="1"/>
        </dgm:presLayoutVars>
      </dgm:prSet>
      <dgm:spPr/>
    </dgm:pt>
    <dgm:pt modelId="{8EA01AC5-93C4-4808-A1B0-8505C88DEA5B}" type="pres">
      <dgm:prSet presAssocID="{639E2608-4317-4528-BEF7-0E98C7424DD9}" presName="sibTrans" presStyleCnt="0"/>
      <dgm:spPr/>
    </dgm:pt>
    <dgm:pt modelId="{59C15A3D-D616-4E47-AC33-8F9EDA24D0EE}" type="pres">
      <dgm:prSet presAssocID="{BC16B7E5-8070-4981-A10F-B07F77D26842}" presName="node" presStyleLbl="node1" presStyleIdx="1" presStyleCnt="7">
        <dgm:presLayoutVars>
          <dgm:bulletEnabled val="1"/>
        </dgm:presLayoutVars>
      </dgm:prSet>
      <dgm:spPr/>
    </dgm:pt>
    <dgm:pt modelId="{D6B92EC9-6961-4930-AE50-5CAC1F7023AA}" type="pres">
      <dgm:prSet presAssocID="{37BBF3B0-77AD-4DED-B1B9-4F98284D496D}" presName="sibTrans" presStyleCnt="0"/>
      <dgm:spPr/>
    </dgm:pt>
    <dgm:pt modelId="{7082C218-BAD6-4B06-9C25-86CDC0374877}" type="pres">
      <dgm:prSet presAssocID="{BDE9D3C9-D7A0-47C0-80FC-DFEE3DA89CC2}" presName="node" presStyleLbl="node1" presStyleIdx="2" presStyleCnt="7">
        <dgm:presLayoutVars>
          <dgm:bulletEnabled val="1"/>
        </dgm:presLayoutVars>
      </dgm:prSet>
      <dgm:spPr/>
    </dgm:pt>
    <dgm:pt modelId="{E5093E1A-B0DA-4954-96F4-42CCA97F84A0}" type="pres">
      <dgm:prSet presAssocID="{E1A866B8-FB65-4266-B3F2-81B835D7AF0B}" presName="sibTrans" presStyleCnt="0"/>
      <dgm:spPr/>
    </dgm:pt>
    <dgm:pt modelId="{51B39BA0-785F-440C-AAF7-AA3957BFA51E}" type="pres">
      <dgm:prSet presAssocID="{88569321-D3F7-4D6A-BF50-A7E9F0A16B21}" presName="node" presStyleLbl="node1" presStyleIdx="3" presStyleCnt="7">
        <dgm:presLayoutVars>
          <dgm:bulletEnabled val="1"/>
        </dgm:presLayoutVars>
      </dgm:prSet>
      <dgm:spPr/>
    </dgm:pt>
    <dgm:pt modelId="{61427873-934F-4FA3-AB69-9345172E4053}" type="pres">
      <dgm:prSet presAssocID="{39292B4D-C808-4D59-B6F4-E08FF0041E1A}" presName="sibTrans" presStyleCnt="0"/>
      <dgm:spPr/>
    </dgm:pt>
    <dgm:pt modelId="{69CB8557-7F7C-4F17-9CE2-CA5532E97FC2}" type="pres">
      <dgm:prSet presAssocID="{BEEF3BB5-A747-4BDB-ACB2-504FFB6851F3}" presName="node" presStyleLbl="node1" presStyleIdx="4" presStyleCnt="7">
        <dgm:presLayoutVars>
          <dgm:bulletEnabled val="1"/>
        </dgm:presLayoutVars>
      </dgm:prSet>
      <dgm:spPr/>
    </dgm:pt>
    <dgm:pt modelId="{36DF18E5-3D06-43E7-8FC9-17BC63CAA569}" type="pres">
      <dgm:prSet presAssocID="{45F0FE9A-9E28-4F74-A4F5-F7E436E972FC}" presName="sibTrans" presStyleCnt="0"/>
      <dgm:spPr/>
    </dgm:pt>
    <dgm:pt modelId="{E9F91C83-0383-4619-9A71-74FF55D2A158}" type="pres">
      <dgm:prSet presAssocID="{9D2675A4-C0E2-4A68-8400-E0CD7CFB4FF3}" presName="node" presStyleLbl="node1" presStyleIdx="5" presStyleCnt="7">
        <dgm:presLayoutVars>
          <dgm:bulletEnabled val="1"/>
        </dgm:presLayoutVars>
      </dgm:prSet>
      <dgm:spPr/>
    </dgm:pt>
    <dgm:pt modelId="{9183C9B4-9E6B-4815-9B26-B56F42489138}" type="pres">
      <dgm:prSet presAssocID="{349702CA-5A94-48F1-AD9C-61D1B7DB089D}" presName="sibTrans" presStyleCnt="0"/>
      <dgm:spPr/>
    </dgm:pt>
    <dgm:pt modelId="{870FE117-5E2B-4D35-AEE9-1AC2F2E665C0}" type="pres">
      <dgm:prSet presAssocID="{98D85020-A223-4310-A788-A05573B473F1}" presName="node" presStyleLbl="node1" presStyleIdx="6" presStyleCnt="7">
        <dgm:presLayoutVars>
          <dgm:bulletEnabled val="1"/>
        </dgm:presLayoutVars>
      </dgm:prSet>
      <dgm:spPr/>
    </dgm:pt>
  </dgm:ptLst>
  <dgm:cxnLst>
    <dgm:cxn modelId="{EC1D8A04-5D5C-45E9-91E1-1C6C75EF7699}" type="presOf" srcId="{BDE9D3C9-D7A0-47C0-80FC-DFEE3DA89CC2}" destId="{7082C218-BAD6-4B06-9C25-86CDC0374877}" srcOrd="0" destOrd="0" presId="urn:microsoft.com/office/officeart/2005/8/layout/default"/>
    <dgm:cxn modelId="{34FAC20E-767A-4E16-9987-8F425E2BAAEA}" type="presOf" srcId="{9D2675A4-C0E2-4A68-8400-E0CD7CFB4FF3}" destId="{E9F91C83-0383-4619-9A71-74FF55D2A158}" srcOrd="0" destOrd="0" presId="urn:microsoft.com/office/officeart/2005/8/layout/default"/>
    <dgm:cxn modelId="{EE6EDA19-04F3-48D1-8890-468AC7775D89}" srcId="{E3D21DCA-C43B-49EA-BED4-C4ECA848A6FD}" destId="{BDE9D3C9-D7A0-47C0-80FC-DFEE3DA89CC2}" srcOrd="2" destOrd="0" parTransId="{DEC42B7C-3A77-455D-876C-7CACC5E724E9}" sibTransId="{E1A866B8-FB65-4266-B3F2-81B835D7AF0B}"/>
    <dgm:cxn modelId="{ED69A832-7621-46F2-8713-7E293B5E82FF}" type="presOf" srcId="{29D68109-A139-428A-819F-3F47636E7B35}" destId="{4032B159-DB69-4CDB-8E2B-2A29E0B549D7}" srcOrd="0" destOrd="0" presId="urn:microsoft.com/office/officeart/2005/8/layout/default"/>
    <dgm:cxn modelId="{11D97735-6162-406A-9D31-B2518BDE3E25}" type="presOf" srcId="{98D85020-A223-4310-A788-A05573B473F1}" destId="{870FE117-5E2B-4D35-AEE9-1AC2F2E665C0}" srcOrd="0" destOrd="0" presId="urn:microsoft.com/office/officeart/2005/8/layout/default"/>
    <dgm:cxn modelId="{ACBA045F-FA11-4E29-86A2-DE6B950D0C4B}" type="presOf" srcId="{BEEF3BB5-A747-4BDB-ACB2-504FFB6851F3}" destId="{69CB8557-7F7C-4F17-9CE2-CA5532E97FC2}" srcOrd="0" destOrd="0" presId="urn:microsoft.com/office/officeart/2005/8/layout/default"/>
    <dgm:cxn modelId="{C89F5765-EE5E-488F-BA5A-BDC060672D76}" srcId="{E3D21DCA-C43B-49EA-BED4-C4ECA848A6FD}" destId="{98D85020-A223-4310-A788-A05573B473F1}" srcOrd="6" destOrd="0" parTransId="{252B9B9E-3D51-4397-AE73-472D14D72FA6}" sibTransId="{BF301406-2EBF-4E82-B860-572B60CCBCDE}"/>
    <dgm:cxn modelId="{4A13E765-75BF-44F8-A708-72C2F69A663E}" srcId="{E3D21DCA-C43B-49EA-BED4-C4ECA848A6FD}" destId="{BEEF3BB5-A747-4BDB-ACB2-504FFB6851F3}" srcOrd="4" destOrd="0" parTransId="{B1458960-210B-4D5A-A8D6-EA3D3757196A}" sibTransId="{45F0FE9A-9E28-4F74-A4F5-F7E436E972FC}"/>
    <dgm:cxn modelId="{30CB7054-BAAE-4692-9E20-9D3F0641FB7B}" type="presOf" srcId="{BC16B7E5-8070-4981-A10F-B07F77D26842}" destId="{59C15A3D-D616-4E47-AC33-8F9EDA24D0EE}" srcOrd="0" destOrd="0" presId="urn:microsoft.com/office/officeart/2005/8/layout/default"/>
    <dgm:cxn modelId="{BFFB1980-27CE-4566-9D14-F02D00F87948}" srcId="{E3D21DCA-C43B-49EA-BED4-C4ECA848A6FD}" destId="{29D68109-A139-428A-819F-3F47636E7B35}" srcOrd="0" destOrd="0" parTransId="{C7D7E69E-4E5E-4DD3-B3C6-688773032D0C}" sibTransId="{639E2608-4317-4528-BEF7-0E98C7424DD9}"/>
    <dgm:cxn modelId="{8117CA89-1F8B-42D3-B9DA-2099DF0F0AD7}" srcId="{E3D21DCA-C43B-49EA-BED4-C4ECA848A6FD}" destId="{9D2675A4-C0E2-4A68-8400-E0CD7CFB4FF3}" srcOrd="5" destOrd="0" parTransId="{254393A9-BFAA-4C11-B453-73DE2C02DEC1}" sibTransId="{349702CA-5A94-48F1-AD9C-61D1B7DB089D}"/>
    <dgm:cxn modelId="{8AB49F90-4C96-4185-834C-5B6A10FD2450}" srcId="{E3D21DCA-C43B-49EA-BED4-C4ECA848A6FD}" destId="{BC16B7E5-8070-4981-A10F-B07F77D26842}" srcOrd="1" destOrd="0" parTransId="{8F9A8609-E6C1-4107-AE62-B279E38D6BB6}" sibTransId="{37BBF3B0-77AD-4DED-B1B9-4F98284D496D}"/>
    <dgm:cxn modelId="{1D0856B2-9B17-4BB3-AFF5-F575C47ED46A}" srcId="{E3D21DCA-C43B-49EA-BED4-C4ECA848A6FD}" destId="{88569321-D3F7-4D6A-BF50-A7E9F0A16B21}" srcOrd="3" destOrd="0" parTransId="{11E06490-043B-4A56-92A5-AD303E02F647}" sibTransId="{39292B4D-C808-4D59-B6F4-E08FF0041E1A}"/>
    <dgm:cxn modelId="{B5C623B5-48CD-441D-9AFF-80EFE38722A0}" type="presOf" srcId="{88569321-D3F7-4D6A-BF50-A7E9F0A16B21}" destId="{51B39BA0-785F-440C-AAF7-AA3957BFA51E}" srcOrd="0" destOrd="0" presId="urn:microsoft.com/office/officeart/2005/8/layout/default"/>
    <dgm:cxn modelId="{919CEDE1-FE97-45D9-9FC0-C1C105E84BA3}" type="presOf" srcId="{E3D21DCA-C43B-49EA-BED4-C4ECA848A6FD}" destId="{8F238547-8A68-48C0-907D-191CE940A103}" srcOrd="0" destOrd="0" presId="urn:microsoft.com/office/officeart/2005/8/layout/default"/>
    <dgm:cxn modelId="{E5602764-184A-4D50-A24E-600225EE2A87}" type="presParOf" srcId="{8F238547-8A68-48C0-907D-191CE940A103}" destId="{4032B159-DB69-4CDB-8E2B-2A29E0B549D7}" srcOrd="0" destOrd="0" presId="urn:microsoft.com/office/officeart/2005/8/layout/default"/>
    <dgm:cxn modelId="{DB991935-FFEE-491B-A190-850E282326FF}" type="presParOf" srcId="{8F238547-8A68-48C0-907D-191CE940A103}" destId="{8EA01AC5-93C4-4808-A1B0-8505C88DEA5B}" srcOrd="1" destOrd="0" presId="urn:microsoft.com/office/officeart/2005/8/layout/default"/>
    <dgm:cxn modelId="{662C42B3-62AE-4999-A704-8EB108BC97A6}" type="presParOf" srcId="{8F238547-8A68-48C0-907D-191CE940A103}" destId="{59C15A3D-D616-4E47-AC33-8F9EDA24D0EE}" srcOrd="2" destOrd="0" presId="urn:microsoft.com/office/officeart/2005/8/layout/default"/>
    <dgm:cxn modelId="{0A1E900B-4351-4DB6-B2F2-3243C8904528}" type="presParOf" srcId="{8F238547-8A68-48C0-907D-191CE940A103}" destId="{D6B92EC9-6961-4930-AE50-5CAC1F7023AA}" srcOrd="3" destOrd="0" presId="urn:microsoft.com/office/officeart/2005/8/layout/default"/>
    <dgm:cxn modelId="{87950195-0938-47F5-9FD6-BA3ED060A269}" type="presParOf" srcId="{8F238547-8A68-48C0-907D-191CE940A103}" destId="{7082C218-BAD6-4B06-9C25-86CDC0374877}" srcOrd="4" destOrd="0" presId="urn:microsoft.com/office/officeart/2005/8/layout/default"/>
    <dgm:cxn modelId="{2303AB26-72F9-4DC3-80B9-697FBF74D82C}" type="presParOf" srcId="{8F238547-8A68-48C0-907D-191CE940A103}" destId="{E5093E1A-B0DA-4954-96F4-42CCA97F84A0}" srcOrd="5" destOrd="0" presId="urn:microsoft.com/office/officeart/2005/8/layout/default"/>
    <dgm:cxn modelId="{2A9C2557-4E89-4CB4-AEC1-145A4633198C}" type="presParOf" srcId="{8F238547-8A68-48C0-907D-191CE940A103}" destId="{51B39BA0-785F-440C-AAF7-AA3957BFA51E}" srcOrd="6" destOrd="0" presId="urn:microsoft.com/office/officeart/2005/8/layout/default"/>
    <dgm:cxn modelId="{26D2C68E-0878-4957-8D1C-09A4437786CA}" type="presParOf" srcId="{8F238547-8A68-48C0-907D-191CE940A103}" destId="{61427873-934F-4FA3-AB69-9345172E4053}" srcOrd="7" destOrd="0" presId="urn:microsoft.com/office/officeart/2005/8/layout/default"/>
    <dgm:cxn modelId="{C5EBC427-EEF1-442E-B01A-F329D68812FB}" type="presParOf" srcId="{8F238547-8A68-48C0-907D-191CE940A103}" destId="{69CB8557-7F7C-4F17-9CE2-CA5532E97FC2}" srcOrd="8" destOrd="0" presId="urn:microsoft.com/office/officeart/2005/8/layout/default"/>
    <dgm:cxn modelId="{4AFE202F-F44B-487A-BC2B-CC0671F09EF3}" type="presParOf" srcId="{8F238547-8A68-48C0-907D-191CE940A103}" destId="{36DF18E5-3D06-43E7-8FC9-17BC63CAA569}" srcOrd="9" destOrd="0" presId="urn:microsoft.com/office/officeart/2005/8/layout/default"/>
    <dgm:cxn modelId="{7F39D832-D751-4388-872B-CB0BA4747E37}" type="presParOf" srcId="{8F238547-8A68-48C0-907D-191CE940A103}" destId="{E9F91C83-0383-4619-9A71-74FF55D2A158}" srcOrd="10" destOrd="0" presId="urn:microsoft.com/office/officeart/2005/8/layout/default"/>
    <dgm:cxn modelId="{AA864CA5-5A4A-47E2-B652-55E2C7CB1AC9}" type="presParOf" srcId="{8F238547-8A68-48C0-907D-191CE940A103}" destId="{9183C9B4-9E6B-4815-9B26-B56F42489138}" srcOrd="11" destOrd="0" presId="urn:microsoft.com/office/officeart/2005/8/layout/default"/>
    <dgm:cxn modelId="{93EC3B4F-A182-497D-A8C6-979CDE968583}" type="presParOf" srcId="{8F238547-8A68-48C0-907D-191CE940A103}" destId="{870FE117-5E2B-4D35-AEE9-1AC2F2E665C0}"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C1DD3E-7026-483D-B8CA-E55477C23D6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FCEC351-B273-44B4-BEA0-B6DE26BCA07F}">
      <dgm:prSet/>
      <dgm:spPr/>
      <dgm:t>
        <a:bodyPr/>
        <a:lstStyle/>
        <a:p>
          <a:r>
            <a:rPr lang="en-US"/>
            <a:t>The Waterfall Model was first Process Model to be introduced.</a:t>
          </a:r>
        </a:p>
      </dgm:t>
    </dgm:pt>
    <dgm:pt modelId="{D2C082B8-823B-4407-B6E8-09C83DE63926}" type="parTrans" cxnId="{9F6689E3-FFE6-4922-8303-3F84D6F2DF4D}">
      <dgm:prSet/>
      <dgm:spPr/>
      <dgm:t>
        <a:bodyPr/>
        <a:lstStyle/>
        <a:p>
          <a:endParaRPr lang="en-US"/>
        </a:p>
      </dgm:t>
    </dgm:pt>
    <dgm:pt modelId="{C4151E76-B443-41C0-ACDF-5B43C17DB1BD}" type="sibTrans" cxnId="{9F6689E3-FFE6-4922-8303-3F84D6F2DF4D}">
      <dgm:prSet/>
      <dgm:spPr/>
      <dgm:t>
        <a:bodyPr/>
        <a:lstStyle/>
        <a:p>
          <a:endParaRPr lang="en-US"/>
        </a:p>
      </dgm:t>
    </dgm:pt>
    <dgm:pt modelId="{491EB499-6BB9-4E7E-900D-7074E37AF491}">
      <dgm:prSet/>
      <dgm:spPr/>
      <dgm:t>
        <a:bodyPr/>
        <a:lstStyle/>
        <a:p>
          <a:r>
            <a:rPr lang="en-US"/>
            <a:t>It is also referred to as a </a:t>
          </a:r>
          <a:r>
            <a:rPr lang="en-US" b="1"/>
            <a:t>linear-sequential life cycle model</a:t>
          </a:r>
          <a:r>
            <a:rPr lang="en-US"/>
            <a:t>. </a:t>
          </a:r>
        </a:p>
      </dgm:t>
    </dgm:pt>
    <dgm:pt modelId="{36603103-E218-4733-AD4C-B283A26AE2F7}" type="parTrans" cxnId="{12A2B2AA-8353-422F-94B7-E6F50E2F779E}">
      <dgm:prSet/>
      <dgm:spPr/>
      <dgm:t>
        <a:bodyPr/>
        <a:lstStyle/>
        <a:p>
          <a:endParaRPr lang="en-US"/>
        </a:p>
      </dgm:t>
    </dgm:pt>
    <dgm:pt modelId="{A4B5E90F-F088-4BD1-BB7F-B58A0B64D32C}" type="sibTrans" cxnId="{12A2B2AA-8353-422F-94B7-E6F50E2F779E}">
      <dgm:prSet/>
      <dgm:spPr/>
      <dgm:t>
        <a:bodyPr/>
        <a:lstStyle/>
        <a:p>
          <a:endParaRPr lang="en-US"/>
        </a:p>
      </dgm:t>
    </dgm:pt>
    <dgm:pt modelId="{6449081F-E7BE-4E71-BFD6-AA780C405562}">
      <dgm:prSet/>
      <dgm:spPr/>
      <dgm:t>
        <a:bodyPr/>
        <a:lstStyle/>
        <a:p>
          <a:r>
            <a:rPr lang="en-US"/>
            <a:t>It is very simple to understand and use. </a:t>
          </a:r>
        </a:p>
      </dgm:t>
    </dgm:pt>
    <dgm:pt modelId="{CC76B46C-D28F-4EC8-969A-8490C9EB2A9C}" type="parTrans" cxnId="{EFCAF45C-9E47-4F6F-9482-20106C17EE33}">
      <dgm:prSet/>
      <dgm:spPr/>
      <dgm:t>
        <a:bodyPr/>
        <a:lstStyle/>
        <a:p>
          <a:endParaRPr lang="en-US"/>
        </a:p>
      </dgm:t>
    </dgm:pt>
    <dgm:pt modelId="{B7497400-AE20-472E-AC85-AE7DC4E46B09}" type="sibTrans" cxnId="{EFCAF45C-9E47-4F6F-9482-20106C17EE33}">
      <dgm:prSet/>
      <dgm:spPr/>
      <dgm:t>
        <a:bodyPr/>
        <a:lstStyle/>
        <a:p>
          <a:endParaRPr lang="en-US"/>
        </a:p>
      </dgm:t>
    </dgm:pt>
    <dgm:pt modelId="{B63D4FC3-D6E6-40BA-A589-5C30D071A7BF}" type="pres">
      <dgm:prSet presAssocID="{EBC1DD3E-7026-483D-B8CA-E55477C23D6A}" presName="linear" presStyleCnt="0">
        <dgm:presLayoutVars>
          <dgm:animLvl val="lvl"/>
          <dgm:resizeHandles val="exact"/>
        </dgm:presLayoutVars>
      </dgm:prSet>
      <dgm:spPr/>
    </dgm:pt>
    <dgm:pt modelId="{8438D3DC-B586-4AFD-9C17-E513D318D169}" type="pres">
      <dgm:prSet presAssocID="{6FCEC351-B273-44B4-BEA0-B6DE26BCA07F}" presName="parentText" presStyleLbl="node1" presStyleIdx="0" presStyleCnt="3">
        <dgm:presLayoutVars>
          <dgm:chMax val="0"/>
          <dgm:bulletEnabled val="1"/>
        </dgm:presLayoutVars>
      </dgm:prSet>
      <dgm:spPr/>
    </dgm:pt>
    <dgm:pt modelId="{6EA13EC5-D79E-4FC6-9A10-C5D907E5F437}" type="pres">
      <dgm:prSet presAssocID="{C4151E76-B443-41C0-ACDF-5B43C17DB1BD}" presName="spacer" presStyleCnt="0"/>
      <dgm:spPr/>
    </dgm:pt>
    <dgm:pt modelId="{8F346ACE-908D-4440-B1CE-15BAA39FE436}" type="pres">
      <dgm:prSet presAssocID="{491EB499-6BB9-4E7E-900D-7074E37AF491}" presName="parentText" presStyleLbl="node1" presStyleIdx="1" presStyleCnt="3">
        <dgm:presLayoutVars>
          <dgm:chMax val="0"/>
          <dgm:bulletEnabled val="1"/>
        </dgm:presLayoutVars>
      </dgm:prSet>
      <dgm:spPr/>
    </dgm:pt>
    <dgm:pt modelId="{F9A1306F-E09A-4268-9D15-EA7EE14FAA84}" type="pres">
      <dgm:prSet presAssocID="{A4B5E90F-F088-4BD1-BB7F-B58A0B64D32C}" presName="spacer" presStyleCnt="0"/>
      <dgm:spPr/>
    </dgm:pt>
    <dgm:pt modelId="{A7C48963-6013-41B4-BC88-6BD2A24DFD98}" type="pres">
      <dgm:prSet presAssocID="{6449081F-E7BE-4E71-BFD6-AA780C405562}" presName="parentText" presStyleLbl="node1" presStyleIdx="2" presStyleCnt="3">
        <dgm:presLayoutVars>
          <dgm:chMax val="0"/>
          <dgm:bulletEnabled val="1"/>
        </dgm:presLayoutVars>
      </dgm:prSet>
      <dgm:spPr/>
    </dgm:pt>
  </dgm:ptLst>
  <dgm:cxnLst>
    <dgm:cxn modelId="{96438E30-5AD3-4E88-81FC-D8A5FF570982}" type="presOf" srcId="{EBC1DD3E-7026-483D-B8CA-E55477C23D6A}" destId="{B63D4FC3-D6E6-40BA-A589-5C30D071A7BF}" srcOrd="0" destOrd="0" presId="urn:microsoft.com/office/officeart/2005/8/layout/vList2"/>
    <dgm:cxn modelId="{EFCAF45C-9E47-4F6F-9482-20106C17EE33}" srcId="{EBC1DD3E-7026-483D-B8CA-E55477C23D6A}" destId="{6449081F-E7BE-4E71-BFD6-AA780C405562}" srcOrd="2" destOrd="0" parTransId="{CC76B46C-D28F-4EC8-969A-8490C9EB2A9C}" sibTransId="{B7497400-AE20-472E-AC85-AE7DC4E46B09}"/>
    <dgm:cxn modelId="{A1CF4E5F-E188-446A-A350-7FDE0132E8F5}" type="presOf" srcId="{6449081F-E7BE-4E71-BFD6-AA780C405562}" destId="{A7C48963-6013-41B4-BC88-6BD2A24DFD98}" srcOrd="0" destOrd="0" presId="urn:microsoft.com/office/officeart/2005/8/layout/vList2"/>
    <dgm:cxn modelId="{C1D7F252-D1B6-4E5B-815C-05B2EB64563C}" type="presOf" srcId="{491EB499-6BB9-4E7E-900D-7074E37AF491}" destId="{8F346ACE-908D-4440-B1CE-15BAA39FE436}" srcOrd="0" destOrd="0" presId="urn:microsoft.com/office/officeart/2005/8/layout/vList2"/>
    <dgm:cxn modelId="{12A2B2AA-8353-422F-94B7-E6F50E2F779E}" srcId="{EBC1DD3E-7026-483D-B8CA-E55477C23D6A}" destId="{491EB499-6BB9-4E7E-900D-7074E37AF491}" srcOrd="1" destOrd="0" parTransId="{36603103-E218-4733-AD4C-B283A26AE2F7}" sibTransId="{A4B5E90F-F088-4BD1-BB7F-B58A0B64D32C}"/>
    <dgm:cxn modelId="{9F6689E3-FFE6-4922-8303-3F84D6F2DF4D}" srcId="{EBC1DD3E-7026-483D-B8CA-E55477C23D6A}" destId="{6FCEC351-B273-44B4-BEA0-B6DE26BCA07F}" srcOrd="0" destOrd="0" parTransId="{D2C082B8-823B-4407-B6E8-09C83DE63926}" sibTransId="{C4151E76-B443-41C0-ACDF-5B43C17DB1BD}"/>
    <dgm:cxn modelId="{2A6FDAF5-BB3E-4E64-85C0-1944CDB7B885}" type="presOf" srcId="{6FCEC351-B273-44B4-BEA0-B6DE26BCA07F}" destId="{8438D3DC-B586-4AFD-9C17-E513D318D169}" srcOrd="0" destOrd="0" presId="urn:microsoft.com/office/officeart/2005/8/layout/vList2"/>
    <dgm:cxn modelId="{40724393-AC06-4982-9DE5-D7D6F331D8B1}" type="presParOf" srcId="{B63D4FC3-D6E6-40BA-A589-5C30D071A7BF}" destId="{8438D3DC-B586-4AFD-9C17-E513D318D169}" srcOrd="0" destOrd="0" presId="urn:microsoft.com/office/officeart/2005/8/layout/vList2"/>
    <dgm:cxn modelId="{86CC30BB-7D3F-400E-869C-609FBC2860DB}" type="presParOf" srcId="{B63D4FC3-D6E6-40BA-A589-5C30D071A7BF}" destId="{6EA13EC5-D79E-4FC6-9A10-C5D907E5F437}" srcOrd="1" destOrd="0" presId="urn:microsoft.com/office/officeart/2005/8/layout/vList2"/>
    <dgm:cxn modelId="{F7BB38A3-287E-4F84-8F03-13DCEF861C68}" type="presParOf" srcId="{B63D4FC3-D6E6-40BA-A589-5C30D071A7BF}" destId="{8F346ACE-908D-4440-B1CE-15BAA39FE436}" srcOrd="2" destOrd="0" presId="urn:microsoft.com/office/officeart/2005/8/layout/vList2"/>
    <dgm:cxn modelId="{50AAF15E-761D-4686-B835-3B21B71A8550}" type="presParOf" srcId="{B63D4FC3-D6E6-40BA-A589-5C30D071A7BF}" destId="{F9A1306F-E09A-4268-9D15-EA7EE14FAA84}" srcOrd="3" destOrd="0" presId="urn:microsoft.com/office/officeart/2005/8/layout/vList2"/>
    <dgm:cxn modelId="{07CD00CA-80AD-4F32-AE02-E626F6F0B226}" type="presParOf" srcId="{B63D4FC3-D6E6-40BA-A589-5C30D071A7BF}" destId="{A7C48963-6013-41B4-BC88-6BD2A24DFD9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D93C758-7F00-43B0-AB47-E42E05E9898F}"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406518F-3ADF-4AC1-810E-03FC960FFA7E}">
      <dgm:prSet/>
      <dgm:spPr/>
      <dgm:t>
        <a:bodyPr/>
        <a:lstStyle/>
        <a:p>
          <a:r>
            <a:rPr lang="en-US"/>
            <a:t>In incremental model the whole requirement is divided into various builds. </a:t>
          </a:r>
        </a:p>
      </dgm:t>
    </dgm:pt>
    <dgm:pt modelId="{E2BEEE84-9505-4E97-9DD5-F2BA09CC8C3A}" type="parTrans" cxnId="{41058BB0-973B-44C8-ADEC-1B3F0F078E82}">
      <dgm:prSet/>
      <dgm:spPr/>
      <dgm:t>
        <a:bodyPr/>
        <a:lstStyle/>
        <a:p>
          <a:endParaRPr lang="en-US"/>
        </a:p>
      </dgm:t>
    </dgm:pt>
    <dgm:pt modelId="{EFC9B0DC-D583-4BEA-9780-6E2802D7C2E7}" type="sibTrans" cxnId="{41058BB0-973B-44C8-ADEC-1B3F0F078E82}">
      <dgm:prSet/>
      <dgm:spPr/>
      <dgm:t>
        <a:bodyPr/>
        <a:lstStyle/>
        <a:p>
          <a:endParaRPr lang="en-US"/>
        </a:p>
      </dgm:t>
    </dgm:pt>
    <dgm:pt modelId="{CCB3D3DB-0793-482A-A9BC-4BD71F4DD22A}">
      <dgm:prSet/>
      <dgm:spPr/>
      <dgm:t>
        <a:bodyPr/>
        <a:lstStyle/>
        <a:p>
          <a:r>
            <a:rPr lang="en-US"/>
            <a:t>Multiple development cycles take place here, making the life cycle a </a:t>
          </a:r>
          <a:r>
            <a:rPr lang="en-US">
              <a:hlinkClick xmlns:r="http://schemas.openxmlformats.org/officeDocument/2006/relationships" r:id="rId1"/>
            </a:rPr>
            <a:t>“multi-waterfall” cycle</a:t>
          </a:r>
          <a:r>
            <a:rPr lang="en-US"/>
            <a:t>.  </a:t>
          </a:r>
        </a:p>
      </dgm:t>
    </dgm:pt>
    <dgm:pt modelId="{3065D3FD-458E-4716-A031-77BBF737E0FB}" type="parTrans" cxnId="{DD93D3E9-6BFF-4512-AB44-F3A5543ACA68}">
      <dgm:prSet/>
      <dgm:spPr/>
      <dgm:t>
        <a:bodyPr/>
        <a:lstStyle/>
        <a:p>
          <a:endParaRPr lang="en-US"/>
        </a:p>
      </dgm:t>
    </dgm:pt>
    <dgm:pt modelId="{B86BDA1B-AADB-4C9D-ABE2-059C70C8CD1E}" type="sibTrans" cxnId="{DD93D3E9-6BFF-4512-AB44-F3A5543ACA68}">
      <dgm:prSet/>
      <dgm:spPr/>
      <dgm:t>
        <a:bodyPr/>
        <a:lstStyle/>
        <a:p>
          <a:endParaRPr lang="en-US"/>
        </a:p>
      </dgm:t>
    </dgm:pt>
    <dgm:pt modelId="{F7BF649E-C20D-45AF-97CB-EFC89A7AF711}">
      <dgm:prSet/>
      <dgm:spPr/>
      <dgm:t>
        <a:bodyPr/>
        <a:lstStyle/>
        <a:p>
          <a:r>
            <a:rPr lang="en-US"/>
            <a:t>Cycles are divided up into smaller, more easily managed modules. </a:t>
          </a:r>
        </a:p>
      </dgm:t>
    </dgm:pt>
    <dgm:pt modelId="{757D7217-F8AB-4629-8D7C-BA70011B6A30}" type="parTrans" cxnId="{5DE0AEE1-804C-4B20-BF03-D45D2A984494}">
      <dgm:prSet/>
      <dgm:spPr/>
      <dgm:t>
        <a:bodyPr/>
        <a:lstStyle/>
        <a:p>
          <a:endParaRPr lang="en-US"/>
        </a:p>
      </dgm:t>
    </dgm:pt>
    <dgm:pt modelId="{5F21857A-55BC-4519-83AA-BA84C4912600}" type="sibTrans" cxnId="{5DE0AEE1-804C-4B20-BF03-D45D2A984494}">
      <dgm:prSet/>
      <dgm:spPr/>
      <dgm:t>
        <a:bodyPr/>
        <a:lstStyle/>
        <a:p>
          <a:endParaRPr lang="en-US"/>
        </a:p>
      </dgm:t>
    </dgm:pt>
    <dgm:pt modelId="{81545D04-0802-4F62-AFAF-E33B43D8EB82}">
      <dgm:prSet/>
      <dgm:spPr/>
      <dgm:t>
        <a:bodyPr/>
        <a:lstStyle/>
        <a:p>
          <a:r>
            <a:rPr lang="en-US"/>
            <a:t>Each module passes through the requirements, design, implementation and </a:t>
          </a:r>
          <a:r>
            <a:rPr lang="en-US">
              <a:hlinkClick xmlns:r="http://schemas.openxmlformats.org/officeDocument/2006/relationships" r:id="rId2"/>
            </a:rPr>
            <a:t>testing</a:t>
          </a:r>
          <a:r>
            <a:rPr lang="en-US"/>
            <a:t> phases. </a:t>
          </a:r>
        </a:p>
      </dgm:t>
    </dgm:pt>
    <dgm:pt modelId="{23529AAE-482E-4B49-AAC8-5C97B76D59A0}" type="parTrans" cxnId="{94452757-74DD-441E-95F3-4631CB3AB1C9}">
      <dgm:prSet/>
      <dgm:spPr/>
      <dgm:t>
        <a:bodyPr/>
        <a:lstStyle/>
        <a:p>
          <a:endParaRPr lang="en-US"/>
        </a:p>
      </dgm:t>
    </dgm:pt>
    <dgm:pt modelId="{1927643F-A3BB-4642-838F-7258804067E4}" type="sibTrans" cxnId="{94452757-74DD-441E-95F3-4631CB3AB1C9}">
      <dgm:prSet/>
      <dgm:spPr/>
      <dgm:t>
        <a:bodyPr/>
        <a:lstStyle/>
        <a:p>
          <a:endParaRPr lang="en-US"/>
        </a:p>
      </dgm:t>
    </dgm:pt>
    <dgm:pt modelId="{B9DAD4CF-650D-4F82-94C9-33697F87A5BB}" type="pres">
      <dgm:prSet presAssocID="{4D93C758-7F00-43B0-AB47-E42E05E9898F}" presName="root" presStyleCnt="0">
        <dgm:presLayoutVars>
          <dgm:dir/>
          <dgm:resizeHandles val="exact"/>
        </dgm:presLayoutVars>
      </dgm:prSet>
      <dgm:spPr/>
    </dgm:pt>
    <dgm:pt modelId="{9551581F-A6DC-4214-BB2A-055235428DD4}" type="pres">
      <dgm:prSet presAssocID="{4D93C758-7F00-43B0-AB47-E42E05E9898F}" presName="container" presStyleCnt="0">
        <dgm:presLayoutVars>
          <dgm:dir/>
          <dgm:resizeHandles val="exact"/>
        </dgm:presLayoutVars>
      </dgm:prSet>
      <dgm:spPr/>
    </dgm:pt>
    <dgm:pt modelId="{3229D7ED-F067-499D-B257-A8348160D143}" type="pres">
      <dgm:prSet presAssocID="{0406518F-3ADF-4AC1-810E-03FC960FFA7E}" presName="compNode" presStyleCnt="0"/>
      <dgm:spPr/>
    </dgm:pt>
    <dgm:pt modelId="{405BDB13-CC4A-49BB-8708-E0746318613D}" type="pres">
      <dgm:prSet presAssocID="{0406518F-3ADF-4AC1-810E-03FC960FFA7E}" presName="iconBgRect" presStyleLbl="bgShp" presStyleIdx="0" presStyleCnt="4"/>
      <dgm:spPr/>
    </dgm:pt>
    <dgm:pt modelId="{480DB133-DE1E-440D-9130-9F99746EC2B6}" type="pres">
      <dgm:prSet presAssocID="{0406518F-3ADF-4AC1-810E-03FC960FFA7E}" presName="iconRect" presStyleLbl="node1" presStyleIdx="0"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B1B353C4-179C-4D92-B898-06318349CF56}" type="pres">
      <dgm:prSet presAssocID="{0406518F-3ADF-4AC1-810E-03FC960FFA7E}" presName="spaceRect" presStyleCnt="0"/>
      <dgm:spPr/>
    </dgm:pt>
    <dgm:pt modelId="{B880ECD9-2A45-47AB-A6AE-DD64C0939F0B}" type="pres">
      <dgm:prSet presAssocID="{0406518F-3ADF-4AC1-810E-03FC960FFA7E}" presName="textRect" presStyleLbl="revTx" presStyleIdx="0" presStyleCnt="4">
        <dgm:presLayoutVars>
          <dgm:chMax val="1"/>
          <dgm:chPref val="1"/>
        </dgm:presLayoutVars>
      </dgm:prSet>
      <dgm:spPr/>
    </dgm:pt>
    <dgm:pt modelId="{00867269-69F5-4BD6-8141-D9ABC868A5AB}" type="pres">
      <dgm:prSet presAssocID="{EFC9B0DC-D583-4BEA-9780-6E2802D7C2E7}" presName="sibTrans" presStyleLbl="sibTrans2D1" presStyleIdx="0" presStyleCnt="0"/>
      <dgm:spPr/>
    </dgm:pt>
    <dgm:pt modelId="{E1655459-C48C-4FF8-A985-FB67AFD1661A}" type="pres">
      <dgm:prSet presAssocID="{CCB3D3DB-0793-482A-A9BC-4BD71F4DD22A}" presName="compNode" presStyleCnt="0"/>
      <dgm:spPr/>
    </dgm:pt>
    <dgm:pt modelId="{7C68C0E3-73F4-49A2-9004-25AEEEFC3ED9}" type="pres">
      <dgm:prSet presAssocID="{CCB3D3DB-0793-482A-A9BC-4BD71F4DD22A}" presName="iconBgRect" presStyleLbl="bgShp" presStyleIdx="1" presStyleCnt="4"/>
      <dgm:spPr/>
    </dgm:pt>
    <dgm:pt modelId="{37EB0A3A-F9CE-481B-BFFE-3EE492B31AA8}" type="pres">
      <dgm:prSet presAssocID="{CCB3D3DB-0793-482A-A9BC-4BD71F4DD22A}" presName="iconRect" presStyleLbl="node1" presStyleIdx="1"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terfall scene"/>
        </a:ext>
      </dgm:extLst>
    </dgm:pt>
    <dgm:pt modelId="{0E8DBC64-3BDC-45E4-A7B1-24BC73D44CA3}" type="pres">
      <dgm:prSet presAssocID="{CCB3D3DB-0793-482A-A9BC-4BD71F4DD22A}" presName="spaceRect" presStyleCnt="0"/>
      <dgm:spPr/>
    </dgm:pt>
    <dgm:pt modelId="{02467C91-9967-4E4A-B98F-F91CFEA49064}" type="pres">
      <dgm:prSet presAssocID="{CCB3D3DB-0793-482A-A9BC-4BD71F4DD22A}" presName="textRect" presStyleLbl="revTx" presStyleIdx="1" presStyleCnt="4">
        <dgm:presLayoutVars>
          <dgm:chMax val="1"/>
          <dgm:chPref val="1"/>
        </dgm:presLayoutVars>
      </dgm:prSet>
      <dgm:spPr/>
    </dgm:pt>
    <dgm:pt modelId="{725061E3-AEBF-49AB-B23E-4EE55FC152F4}" type="pres">
      <dgm:prSet presAssocID="{B86BDA1B-AADB-4C9D-ABE2-059C70C8CD1E}" presName="sibTrans" presStyleLbl="sibTrans2D1" presStyleIdx="0" presStyleCnt="0"/>
      <dgm:spPr/>
    </dgm:pt>
    <dgm:pt modelId="{8330060C-CCC9-4222-81EF-5658CED0708E}" type="pres">
      <dgm:prSet presAssocID="{F7BF649E-C20D-45AF-97CB-EFC89A7AF711}" presName="compNode" presStyleCnt="0"/>
      <dgm:spPr/>
    </dgm:pt>
    <dgm:pt modelId="{773AB190-5371-46A1-B03F-E58351F74AE7}" type="pres">
      <dgm:prSet presAssocID="{F7BF649E-C20D-45AF-97CB-EFC89A7AF711}" presName="iconBgRect" presStyleLbl="bgShp" presStyleIdx="2" presStyleCnt="4"/>
      <dgm:spPr/>
    </dgm:pt>
    <dgm:pt modelId="{D5DC8427-BD57-433E-BE1C-E68505FAE445}" type="pres">
      <dgm:prSet presAssocID="{F7BF649E-C20D-45AF-97CB-EFC89A7AF711}" presName="iconRect" presStyleLbl="node1" presStyleIdx="2"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nching Diagram"/>
        </a:ext>
      </dgm:extLst>
    </dgm:pt>
    <dgm:pt modelId="{97B5FD5A-F139-43BA-8EAC-F0F26363E0A0}" type="pres">
      <dgm:prSet presAssocID="{F7BF649E-C20D-45AF-97CB-EFC89A7AF711}" presName="spaceRect" presStyleCnt="0"/>
      <dgm:spPr/>
    </dgm:pt>
    <dgm:pt modelId="{D16E62B0-7493-4CC9-B9F7-D5219CE58D21}" type="pres">
      <dgm:prSet presAssocID="{F7BF649E-C20D-45AF-97CB-EFC89A7AF711}" presName="textRect" presStyleLbl="revTx" presStyleIdx="2" presStyleCnt="4">
        <dgm:presLayoutVars>
          <dgm:chMax val="1"/>
          <dgm:chPref val="1"/>
        </dgm:presLayoutVars>
      </dgm:prSet>
      <dgm:spPr/>
    </dgm:pt>
    <dgm:pt modelId="{D71F6635-A732-4148-904E-9BC2166CFA0E}" type="pres">
      <dgm:prSet presAssocID="{5F21857A-55BC-4519-83AA-BA84C4912600}" presName="sibTrans" presStyleLbl="sibTrans2D1" presStyleIdx="0" presStyleCnt="0"/>
      <dgm:spPr/>
    </dgm:pt>
    <dgm:pt modelId="{A63B7E23-FC31-48B3-8B8B-D01E3A9C0FCE}" type="pres">
      <dgm:prSet presAssocID="{81545D04-0802-4F62-AFAF-E33B43D8EB82}" presName="compNode" presStyleCnt="0"/>
      <dgm:spPr/>
    </dgm:pt>
    <dgm:pt modelId="{951F88B0-3D27-4024-8627-741E9A797B03}" type="pres">
      <dgm:prSet presAssocID="{81545D04-0802-4F62-AFAF-E33B43D8EB82}" presName="iconBgRect" presStyleLbl="bgShp" presStyleIdx="3" presStyleCnt="4"/>
      <dgm:spPr/>
    </dgm:pt>
    <dgm:pt modelId="{A864A59F-6C29-4CBB-8A68-650869D9AD48}" type="pres">
      <dgm:prSet presAssocID="{81545D04-0802-4F62-AFAF-E33B43D8EB82}" presName="iconRect" presStyleLbl="node1" presStyleIdx="3" presStyleCnt="4"/>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orkflow"/>
        </a:ext>
      </dgm:extLst>
    </dgm:pt>
    <dgm:pt modelId="{1E0D8965-E1F7-4DA1-ABBE-6D7B52F316B0}" type="pres">
      <dgm:prSet presAssocID="{81545D04-0802-4F62-AFAF-E33B43D8EB82}" presName="spaceRect" presStyleCnt="0"/>
      <dgm:spPr/>
    </dgm:pt>
    <dgm:pt modelId="{1687F330-BBF3-4AFD-B4F7-5730E98EE4F0}" type="pres">
      <dgm:prSet presAssocID="{81545D04-0802-4F62-AFAF-E33B43D8EB82}" presName="textRect" presStyleLbl="revTx" presStyleIdx="3" presStyleCnt="4">
        <dgm:presLayoutVars>
          <dgm:chMax val="1"/>
          <dgm:chPref val="1"/>
        </dgm:presLayoutVars>
      </dgm:prSet>
      <dgm:spPr/>
    </dgm:pt>
  </dgm:ptLst>
  <dgm:cxnLst>
    <dgm:cxn modelId="{A6373A1B-9986-4CE2-94AE-DB235646671A}" type="presOf" srcId="{4D93C758-7F00-43B0-AB47-E42E05E9898F}" destId="{B9DAD4CF-650D-4F82-94C9-33697F87A5BB}" srcOrd="0" destOrd="0" presId="urn:microsoft.com/office/officeart/2018/2/layout/IconCircleList"/>
    <dgm:cxn modelId="{69273E1E-8F00-4392-8F78-6DFE082046AB}" type="presOf" srcId="{81545D04-0802-4F62-AFAF-E33B43D8EB82}" destId="{1687F330-BBF3-4AFD-B4F7-5730E98EE4F0}" srcOrd="0" destOrd="0" presId="urn:microsoft.com/office/officeart/2018/2/layout/IconCircleList"/>
    <dgm:cxn modelId="{528C596E-0B91-46F7-8432-02A5E11CC075}" type="presOf" srcId="{0406518F-3ADF-4AC1-810E-03FC960FFA7E}" destId="{B880ECD9-2A45-47AB-A6AE-DD64C0939F0B}" srcOrd="0" destOrd="0" presId="urn:microsoft.com/office/officeart/2018/2/layout/IconCircleList"/>
    <dgm:cxn modelId="{6A35CA6F-763F-473D-A23E-F112BE9C924A}" type="presOf" srcId="{CCB3D3DB-0793-482A-A9BC-4BD71F4DD22A}" destId="{02467C91-9967-4E4A-B98F-F91CFEA49064}" srcOrd="0" destOrd="0" presId="urn:microsoft.com/office/officeart/2018/2/layout/IconCircleList"/>
    <dgm:cxn modelId="{94452757-74DD-441E-95F3-4631CB3AB1C9}" srcId="{4D93C758-7F00-43B0-AB47-E42E05E9898F}" destId="{81545D04-0802-4F62-AFAF-E33B43D8EB82}" srcOrd="3" destOrd="0" parTransId="{23529AAE-482E-4B49-AAC8-5C97B76D59A0}" sibTransId="{1927643F-A3BB-4642-838F-7258804067E4}"/>
    <dgm:cxn modelId="{F0470E87-41F7-4594-BA77-287C7F8EF519}" type="presOf" srcId="{EFC9B0DC-D583-4BEA-9780-6E2802D7C2E7}" destId="{00867269-69F5-4BD6-8141-D9ABC868A5AB}" srcOrd="0" destOrd="0" presId="urn:microsoft.com/office/officeart/2018/2/layout/IconCircleList"/>
    <dgm:cxn modelId="{4B7B1F98-A76E-4F01-A4FA-4D4067218088}" type="presOf" srcId="{B86BDA1B-AADB-4C9D-ABE2-059C70C8CD1E}" destId="{725061E3-AEBF-49AB-B23E-4EE55FC152F4}" srcOrd="0" destOrd="0" presId="urn:microsoft.com/office/officeart/2018/2/layout/IconCircleList"/>
    <dgm:cxn modelId="{418D74A7-F8C2-48F8-B918-6D147A564CE1}" type="presOf" srcId="{5F21857A-55BC-4519-83AA-BA84C4912600}" destId="{D71F6635-A732-4148-904E-9BC2166CFA0E}" srcOrd="0" destOrd="0" presId="urn:microsoft.com/office/officeart/2018/2/layout/IconCircleList"/>
    <dgm:cxn modelId="{41058BB0-973B-44C8-ADEC-1B3F0F078E82}" srcId="{4D93C758-7F00-43B0-AB47-E42E05E9898F}" destId="{0406518F-3ADF-4AC1-810E-03FC960FFA7E}" srcOrd="0" destOrd="0" parTransId="{E2BEEE84-9505-4E97-9DD5-F2BA09CC8C3A}" sibTransId="{EFC9B0DC-D583-4BEA-9780-6E2802D7C2E7}"/>
    <dgm:cxn modelId="{5DE0AEE1-804C-4B20-BF03-D45D2A984494}" srcId="{4D93C758-7F00-43B0-AB47-E42E05E9898F}" destId="{F7BF649E-C20D-45AF-97CB-EFC89A7AF711}" srcOrd="2" destOrd="0" parTransId="{757D7217-F8AB-4629-8D7C-BA70011B6A30}" sibTransId="{5F21857A-55BC-4519-83AA-BA84C4912600}"/>
    <dgm:cxn modelId="{DD93D3E9-6BFF-4512-AB44-F3A5543ACA68}" srcId="{4D93C758-7F00-43B0-AB47-E42E05E9898F}" destId="{CCB3D3DB-0793-482A-A9BC-4BD71F4DD22A}" srcOrd="1" destOrd="0" parTransId="{3065D3FD-458E-4716-A031-77BBF737E0FB}" sibTransId="{B86BDA1B-AADB-4C9D-ABE2-059C70C8CD1E}"/>
    <dgm:cxn modelId="{CA44F7ED-03E9-4873-B9F6-75AF8E42A75E}" type="presOf" srcId="{F7BF649E-C20D-45AF-97CB-EFC89A7AF711}" destId="{D16E62B0-7493-4CC9-B9F7-D5219CE58D21}" srcOrd="0" destOrd="0" presId="urn:microsoft.com/office/officeart/2018/2/layout/IconCircleList"/>
    <dgm:cxn modelId="{6E37744D-53FF-4F56-A37D-8F4607F59402}" type="presParOf" srcId="{B9DAD4CF-650D-4F82-94C9-33697F87A5BB}" destId="{9551581F-A6DC-4214-BB2A-055235428DD4}" srcOrd="0" destOrd="0" presId="urn:microsoft.com/office/officeart/2018/2/layout/IconCircleList"/>
    <dgm:cxn modelId="{3A1FE2E0-EBB3-43FD-95E4-6D0ABE67FDE6}" type="presParOf" srcId="{9551581F-A6DC-4214-BB2A-055235428DD4}" destId="{3229D7ED-F067-499D-B257-A8348160D143}" srcOrd="0" destOrd="0" presId="urn:microsoft.com/office/officeart/2018/2/layout/IconCircleList"/>
    <dgm:cxn modelId="{72C4CC4D-EEBD-4156-8906-D02D565F809C}" type="presParOf" srcId="{3229D7ED-F067-499D-B257-A8348160D143}" destId="{405BDB13-CC4A-49BB-8708-E0746318613D}" srcOrd="0" destOrd="0" presId="urn:microsoft.com/office/officeart/2018/2/layout/IconCircleList"/>
    <dgm:cxn modelId="{898A34EA-9420-4AC5-8F51-D942E529B726}" type="presParOf" srcId="{3229D7ED-F067-499D-B257-A8348160D143}" destId="{480DB133-DE1E-440D-9130-9F99746EC2B6}" srcOrd="1" destOrd="0" presId="urn:microsoft.com/office/officeart/2018/2/layout/IconCircleList"/>
    <dgm:cxn modelId="{D4787FF9-A4D3-44A0-9D33-9C4B35951983}" type="presParOf" srcId="{3229D7ED-F067-499D-B257-A8348160D143}" destId="{B1B353C4-179C-4D92-B898-06318349CF56}" srcOrd="2" destOrd="0" presId="urn:microsoft.com/office/officeart/2018/2/layout/IconCircleList"/>
    <dgm:cxn modelId="{D0421072-3F22-4E2F-9AB4-DD310E233953}" type="presParOf" srcId="{3229D7ED-F067-499D-B257-A8348160D143}" destId="{B880ECD9-2A45-47AB-A6AE-DD64C0939F0B}" srcOrd="3" destOrd="0" presId="urn:microsoft.com/office/officeart/2018/2/layout/IconCircleList"/>
    <dgm:cxn modelId="{26334057-299C-4BCE-BA28-27B70F593CF8}" type="presParOf" srcId="{9551581F-A6DC-4214-BB2A-055235428DD4}" destId="{00867269-69F5-4BD6-8141-D9ABC868A5AB}" srcOrd="1" destOrd="0" presId="urn:microsoft.com/office/officeart/2018/2/layout/IconCircleList"/>
    <dgm:cxn modelId="{F367C7D9-97F1-432A-8F0F-1075AE73FE8E}" type="presParOf" srcId="{9551581F-A6DC-4214-BB2A-055235428DD4}" destId="{E1655459-C48C-4FF8-A985-FB67AFD1661A}" srcOrd="2" destOrd="0" presId="urn:microsoft.com/office/officeart/2018/2/layout/IconCircleList"/>
    <dgm:cxn modelId="{1D97551E-6C45-4656-BBFE-3D47F288FEB1}" type="presParOf" srcId="{E1655459-C48C-4FF8-A985-FB67AFD1661A}" destId="{7C68C0E3-73F4-49A2-9004-25AEEEFC3ED9}" srcOrd="0" destOrd="0" presId="urn:microsoft.com/office/officeart/2018/2/layout/IconCircleList"/>
    <dgm:cxn modelId="{D53E4012-FA21-4DC0-96BD-43432E4C2742}" type="presParOf" srcId="{E1655459-C48C-4FF8-A985-FB67AFD1661A}" destId="{37EB0A3A-F9CE-481B-BFFE-3EE492B31AA8}" srcOrd="1" destOrd="0" presId="urn:microsoft.com/office/officeart/2018/2/layout/IconCircleList"/>
    <dgm:cxn modelId="{B2106D0A-6947-4DB8-88BD-666132CB5887}" type="presParOf" srcId="{E1655459-C48C-4FF8-A985-FB67AFD1661A}" destId="{0E8DBC64-3BDC-45E4-A7B1-24BC73D44CA3}" srcOrd="2" destOrd="0" presId="urn:microsoft.com/office/officeart/2018/2/layout/IconCircleList"/>
    <dgm:cxn modelId="{2E8C69E0-3515-4375-BA1F-9F2D6B121266}" type="presParOf" srcId="{E1655459-C48C-4FF8-A985-FB67AFD1661A}" destId="{02467C91-9967-4E4A-B98F-F91CFEA49064}" srcOrd="3" destOrd="0" presId="urn:microsoft.com/office/officeart/2018/2/layout/IconCircleList"/>
    <dgm:cxn modelId="{A1001877-C52E-43D9-B228-27BBE15DB6B8}" type="presParOf" srcId="{9551581F-A6DC-4214-BB2A-055235428DD4}" destId="{725061E3-AEBF-49AB-B23E-4EE55FC152F4}" srcOrd="3" destOrd="0" presId="urn:microsoft.com/office/officeart/2018/2/layout/IconCircleList"/>
    <dgm:cxn modelId="{3A2DA4E1-202A-4535-A63D-2A3AC2F0B39E}" type="presParOf" srcId="{9551581F-A6DC-4214-BB2A-055235428DD4}" destId="{8330060C-CCC9-4222-81EF-5658CED0708E}" srcOrd="4" destOrd="0" presId="urn:microsoft.com/office/officeart/2018/2/layout/IconCircleList"/>
    <dgm:cxn modelId="{5CF2D0E5-DB84-4E26-A66C-0B3931E0B17F}" type="presParOf" srcId="{8330060C-CCC9-4222-81EF-5658CED0708E}" destId="{773AB190-5371-46A1-B03F-E58351F74AE7}" srcOrd="0" destOrd="0" presId="urn:microsoft.com/office/officeart/2018/2/layout/IconCircleList"/>
    <dgm:cxn modelId="{64034787-F5AC-43FD-8126-58E5C66D58D3}" type="presParOf" srcId="{8330060C-CCC9-4222-81EF-5658CED0708E}" destId="{D5DC8427-BD57-433E-BE1C-E68505FAE445}" srcOrd="1" destOrd="0" presId="urn:microsoft.com/office/officeart/2018/2/layout/IconCircleList"/>
    <dgm:cxn modelId="{8CF9BADE-69FB-47AA-8D6B-F2051DD9E662}" type="presParOf" srcId="{8330060C-CCC9-4222-81EF-5658CED0708E}" destId="{97B5FD5A-F139-43BA-8EAC-F0F26363E0A0}" srcOrd="2" destOrd="0" presId="urn:microsoft.com/office/officeart/2018/2/layout/IconCircleList"/>
    <dgm:cxn modelId="{BB52FD2C-750A-43BB-97BE-974799652449}" type="presParOf" srcId="{8330060C-CCC9-4222-81EF-5658CED0708E}" destId="{D16E62B0-7493-4CC9-B9F7-D5219CE58D21}" srcOrd="3" destOrd="0" presId="urn:microsoft.com/office/officeart/2018/2/layout/IconCircleList"/>
    <dgm:cxn modelId="{5CB9C4EB-E011-4314-BB89-4BB11542AFCE}" type="presParOf" srcId="{9551581F-A6DC-4214-BB2A-055235428DD4}" destId="{D71F6635-A732-4148-904E-9BC2166CFA0E}" srcOrd="5" destOrd="0" presId="urn:microsoft.com/office/officeart/2018/2/layout/IconCircleList"/>
    <dgm:cxn modelId="{D53B5143-D45D-4A91-AA5C-B1DD018E9F2F}" type="presParOf" srcId="{9551581F-A6DC-4214-BB2A-055235428DD4}" destId="{A63B7E23-FC31-48B3-8B8B-D01E3A9C0FCE}" srcOrd="6" destOrd="0" presId="urn:microsoft.com/office/officeart/2018/2/layout/IconCircleList"/>
    <dgm:cxn modelId="{4C635124-8AFB-47E9-9513-FE19DC3D8C22}" type="presParOf" srcId="{A63B7E23-FC31-48B3-8B8B-D01E3A9C0FCE}" destId="{951F88B0-3D27-4024-8627-741E9A797B03}" srcOrd="0" destOrd="0" presId="urn:microsoft.com/office/officeart/2018/2/layout/IconCircleList"/>
    <dgm:cxn modelId="{CC3FFA64-0D94-4A36-B5FA-D608391E50F7}" type="presParOf" srcId="{A63B7E23-FC31-48B3-8B8B-D01E3A9C0FCE}" destId="{A864A59F-6C29-4CBB-8A68-650869D9AD48}" srcOrd="1" destOrd="0" presId="urn:microsoft.com/office/officeart/2018/2/layout/IconCircleList"/>
    <dgm:cxn modelId="{1458B58E-644E-487B-AB93-3C123AB00676}" type="presParOf" srcId="{A63B7E23-FC31-48B3-8B8B-D01E3A9C0FCE}" destId="{1E0D8965-E1F7-4DA1-ABBE-6D7B52F316B0}" srcOrd="2" destOrd="0" presId="urn:microsoft.com/office/officeart/2018/2/layout/IconCircleList"/>
    <dgm:cxn modelId="{F65D7F97-C3B3-4E62-A5D2-789A0C6FD865}" type="presParOf" srcId="{A63B7E23-FC31-48B3-8B8B-D01E3A9C0FCE}" destId="{1687F330-BBF3-4AFD-B4F7-5730E98EE4F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7D835E-2102-409C-B1B5-64D08A6FD2A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027277A-D997-4089-A450-90A2631C9022}">
      <dgm:prSet/>
      <dgm:spPr/>
      <dgm:t>
        <a:bodyPr/>
        <a:lstStyle/>
        <a:p>
          <a:pPr>
            <a:lnSpc>
              <a:spcPct val="100000"/>
            </a:lnSpc>
          </a:pPr>
          <a:r>
            <a:rPr lang="en-US"/>
            <a:t>A working version of software is produced during the first module, so you have working software early on during the </a:t>
          </a:r>
          <a:r>
            <a:rPr lang="en-US">
              <a:hlinkClick xmlns:r="http://schemas.openxmlformats.org/officeDocument/2006/relationships" r:id="rId1"/>
            </a:rPr>
            <a:t>software life cycle</a:t>
          </a:r>
          <a:r>
            <a:rPr lang="en-US"/>
            <a:t>. </a:t>
          </a:r>
        </a:p>
      </dgm:t>
    </dgm:pt>
    <dgm:pt modelId="{0A0C666B-F41C-4C05-BF18-91ACC80F4766}" type="parTrans" cxnId="{6CB7C381-5615-4147-909E-CCF36B2853EF}">
      <dgm:prSet/>
      <dgm:spPr/>
      <dgm:t>
        <a:bodyPr/>
        <a:lstStyle/>
        <a:p>
          <a:endParaRPr lang="en-US"/>
        </a:p>
      </dgm:t>
    </dgm:pt>
    <dgm:pt modelId="{7A893A01-0177-45D7-B1CE-CCFB6F2B01F8}" type="sibTrans" cxnId="{6CB7C381-5615-4147-909E-CCF36B2853EF}">
      <dgm:prSet/>
      <dgm:spPr/>
      <dgm:t>
        <a:bodyPr/>
        <a:lstStyle/>
        <a:p>
          <a:endParaRPr lang="en-US"/>
        </a:p>
      </dgm:t>
    </dgm:pt>
    <dgm:pt modelId="{9A917F74-6374-4293-90EE-FC826AFA00AF}">
      <dgm:prSet/>
      <dgm:spPr/>
      <dgm:t>
        <a:bodyPr/>
        <a:lstStyle/>
        <a:p>
          <a:pPr>
            <a:lnSpc>
              <a:spcPct val="100000"/>
            </a:lnSpc>
          </a:pPr>
          <a:r>
            <a:rPr lang="en-US"/>
            <a:t>Each subsequent release of the module adds function to the previous release.</a:t>
          </a:r>
        </a:p>
      </dgm:t>
    </dgm:pt>
    <dgm:pt modelId="{2E7285DD-10EB-4055-A6CD-B3CEF1D077B2}" type="parTrans" cxnId="{1A3C7EC6-5A2F-4178-9B0D-E82EDF7DDB19}">
      <dgm:prSet/>
      <dgm:spPr/>
      <dgm:t>
        <a:bodyPr/>
        <a:lstStyle/>
        <a:p>
          <a:endParaRPr lang="en-US"/>
        </a:p>
      </dgm:t>
    </dgm:pt>
    <dgm:pt modelId="{E741EF48-07DD-4082-81F3-0956354E54E0}" type="sibTrans" cxnId="{1A3C7EC6-5A2F-4178-9B0D-E82EDF7DDB19}">
      <dgm:prSet/>
      <dgm:spPr/>
      <dgm:t>
        <a:bodyPr/>
        <a:lstStyle/>
        <a:p>
          <a:endParaRPr lang="en-US"/>
        </a:p>
      </dgm:t>
    </dgm:pt>
    <dgm:pt modelId="{3E43D9C7-A4F1-4B62-AE11-FA9ADE30F54F}">
      <dgm:prSet/>
      <dgm:spPr/>
      <dgm:t>
        <a:bodyPr/>
        <a:lstStyle/>
        <a:p>
          <a:pPr>
            <a:lnSpc>
              <a:spcPct val="100000"/>
            </a:lnSpc>
          </a:pPr>
          <a:r>
            <a:rPr lang="en-US"/>
            <a:t>The process continues till the complete system is achieved.</a:t>
          </a:r>
        </a:p>
      </dgm:t>
    </dgm:pt>
    <dgm:pt modelId="{7E2DB44C-B00D-44B3-876C-0CFB5FE3AA44}" type="parTrans" cxnId="{66B66F68-A946-4680-8ACC-ADD329DDCDCF}">
      <dgm:prSet/>
      <dgm:spPr/>
      <dgm:t>
        <a:bodyPr/>
        <a:lstStyle/>
        <a:p>
          <a:endParaRPr lang="en-US"/>
        </a:p>
      </dgm:t>
    </dgm:pt>
    <dgm:pt modelId="{4D5256BE-6A8B-4F59-80EF-95D0959A286E}" type="sibTrans" cxnId="{66B66F68-A946-4680-8ACC-ADD329DDCDCF}">
      <dgm:prSet/>
      <dgm:spPr/>
      <dgm:t>
        <a:bodyPr/>
        <a:lstStyle/>
        <a:p>
          <a:endParaRPr lang="en-US"/>
        </a:p>
      </dgm:t>
    </dgm:pt>
    <dgm:pt modelId="{CC3A5B9B-E349-4521-A006-97E00B0A5AD6}" type="pres">
      <dgm:prSet presAssocID="{CE7D835E-2102-409C-B1B5-64D08A6FD2AB}" presName="root" presStyleCnt="0">
        <dgm:presLayoutVars>
          <dgm:dir/>
          <dgm:resizeHandles val="exact"/>
        </dgm:presLayoutVars>
      </dgm:prSet>
      <dgm:spPr/>
    </dgm:pt>
    <dgm:pt modelId="{AC3D2DFB-F7D6-4A00-9CC5-7B8DECDD8387}" type="pres">
      <dgm:prSet presAssocID="{5027277A-D997-4089-A450-90A2631C9022}" presName="compNode" presStyleCnt="0"/>
      <dgm:spPr/>
    </dgm:pt>
    <dgm:pt modelId="{543E8673-F14E-4DC1-884E-9EF48474C58A}" type="pres">
      <dgm:prSet presAssocID="{5027277A-D997-4089-A450-90A2631C9022}" presName="bgRect" presStyleLbl="bgShp" presStyleIdx="0" presStyleCnt="3"/>
      <dgm:spPr/>
    </dgm:pt>
    <dgm:pt modelId="{71045956-83AB-4EEC-9F6C-1A155188C3CC}" type="pres">
      <dgm:prSet presAssocID="{5027277A-D997-4089-A450-90A2631C9022}"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cessor"/>
        </a:ext>
      </dgm:extLst>
    </dgm:pt>
    <dgm:pt modelId="{DA14FB47-DFC1-4EE6-86BE-EF8CDB1E1F10}" type="pres">
      <dgm:prSet presAssocID="{5027277A-D997-4089-A450-90A2631C9022}" presName="spaceRect" presStyleCnt="0"/>
      <dgm:spPr/>
    </dgm:pt>
    <dgm:pt modelId="{D673EE54-E78C-422A-8520-2371479D2351}" type="pres">
      <dgm:prSet presAssocID="{5027277A-D997-4089-A450-90A2631C9022}" presName="parTx" presStyleLbl="revTx" presStyleIdx="0" presStyleCnt="3">
        <dgm:presLayoutVars>
          <dgm:chMax val="0"/>
          <dgm:chPref val="0"/>
        </dgm:presLayoutVars>
      </dgm:prSet>
      <dgm:spPr/>
    </dgm:pt>
    <dgm:pt modelId="{34B6FD82-2B5A-4828-AC2F-E581C44B4B6F}" type="pres">
      <dgm:prSet presAssocID="{7A893A01-0177-45D7-B1CE-CCFB6F2B01F8}" presName="sibTrans" presStyleCnt="0"/>
      <dgm:spPr/>
    </dgm:pt>
    <dgm:pt modelId="{0324B12C-325F-4E78-AE1E-2E525E3C57B3}" type="pres">
      <dgm:prSet presAssocID="{9A917F74-6374-4293-90EE-FC826AFA00AF}" presName="compNode" presStyleCnt="0"/>
      <dgm:spPr/>
    </dgm:pt>
    <dgm:pt modelId="{67B6FECA-E27D-4822-84C0-F5DF623103C6}" type="pres">
      <dgm:prSet presAssocID="{9A917F74-6374-4293-90EE-FC826AFA00AF}" presName="bgRect" presStyleLbl="bgShp" presStyleIdx="1" presStyleCnt="3"/>
      <dgm:spPr/>
    </dgm:pt>
    <dgm:pt modelId="{906F58AC-DFFD-48AF-925B-2EF469165068}" type="pres">
      <dgm:prSet presAssocID="{9A917F74-6374-4293-90EE-FC826AFA00AF}"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Beginning"/>
        </a:ext>
      </dgm:extLst>
    </dgm:pt>
    <dgm:pt modelId="{76D7269A-9951-43FE-B6AA-116BBDD629A4}" type="pres">
      <dgm:prSet presAssocID="{9A917F74-6374-4293-90EE-FC826AFA00AF}" presName="spaceRect" presStyleCnt="0"/>
      <dgm:spPr/>
    </dgm:pt>
    <dgm:pt modelId="{DB746D48-1257-47C5-AD80-B62219E943D2}" type="pres">
      <dgm:prSet presAssocID="{9A917F74-6374-4293-90EE-FC826AFA00AF}" presName="parTx" presStyleLbl="revTx" presStyleIdx="1" presStyleCnt="3">
        <dgm:presLayoutVars>
          <dgm:chMax val="0"/>
          <dgm:chPref val="0"/>
        </dgm:presLayoutVars>
      </dgm:prSet>
      <dgm:spPr/>
    </dgm:pt>
    <dgm:pt modelId="{60DD95A2-A1BC-4F5A-B69B-CCE84EC96B34}" type="pres">
      <dgm:prSet presAssocID="{E741EF48-07DD-4082-81F3-0956354E54E0}" presName="sibTrans" presStyleCnt="0"/>
      <dgm:spPr/>
    </dgm:pt>
    <dgm:pt modelId="{E63499E5-D8F5-4D3F-9D36-73316CF3ABD5}" type="pres">
      <dgm:prSet presAssocID="{3E43D9C7-A4F1-4B62-AE11-FA9ADE30F54F}" presName="compNode" presStyleCnt="0"/>
      <dgm:spPr/>
    </dgm:pt>
    <dgm:pt modelId="{D2E7E495-A8E1-47CE-8734-02EC164A0ABB}" type="pres">
      <dgm:prSet presAssocID="{3E43D9C7-A4F1-4B62-AE11-FA9ADE30F54F}" presName="bgRect" presStyleLbl="bgShp" presStyleIdx="2" presStyleCnt="3"/>
      <dgm:spPr/>
    </dgm:pt>
    <dgm:pt modelId="{8E1FCA51-5CE0-48D6-8BED-A7579F9E598D}" type="pres">
      <dgm:prSet presAssocID="{3E43D9C7-A4F1-4B62-AE11-FA9ADE30F54F}"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Arrow Circle"/>
        </a:ext>
      </dgm:extLst>
    </dgm:pt>
    <dgm:pt modelId="{50EE9D77-3510-4BD6-8BC4-380C38493068}" type="pres">
      <dgm:prSet presAssocID="{3E43D9C7-A4F1-4B62-AE11-FA9ADE30F54F}" presName="spaceRect" presStyleCnt="0"/>
      <dgm:spPr/>
    </dgm:pt>
    <dgm:pt modelId="{8CCF0CD9-9CE2-47AF-BCF4-0A26D76A60FF}" type="pres">
      <dgm:prSet presAssocID="{3E43D9C7-A4F1-4B62-AE11-FA9ADE30F54F}" presName="parTx" presStyleLbl="revTx" presStyleIdx="2" presStyleCnt="3">
        <dgm:presLayoutVars>
          <dgm:chMax val="0"/>
          <dgm:chPref val="0"/>
        </dgm:presLayoutVars>
      </dgm:prSet>
      <dgm:spPr/>
    </dgm:pt>
  </dgm:ptLst>
  <dgm:cxnLst>
    <dgm:cxn modelId="{D7D72526-B1D8-4A1E-97B5-04F80F7DFD3E}" type="presOf" srcId="{5027277A-D997-4089-A450-90A2631C9022}" destId="{D673EE54-E78C-422A-8520-2371479D2351}" srcOrd="0" destOrd="0" presId="urn:microsoft.com/office/officeart/2018/2/layout/IconVerticalSolidList"/>
    <dgm:cxn modelId="{66B66F68-A946-4680-8ACC-ADD329DDCDCF}" srcId="{CE7D835E-2102-409C-B1B5-64D08A6FD2AB}" destId="{3E43D9C7-A4F1-4B62-AE11-FA9ADE30F54F}" srcOrd="2" destOrd="0" parTransId="{7E2DB44C-B00D-44B3-876C-0CFB5FE3AA44}" sibTransId="{4D5256BE-6A8B-4F59-80EF-95D0959A286E}"/>
    <dgm:cxn modelId="{6CB7C381-5615-4147-909E-CCF36B2853EF}" srcId="{CE7D835E-2102-409C-B1B5-64D08A6FD2AB}" destId="{5027277A-D997-4089-A450-90A2631C9022}" srcOrd="0" destOrd="0" parTransId="{0A0C666B-F41C-4C05-BF18-91ACC80F4766}" sibTransId="{7A893A01-0177-45D7-B1CE-CCFB6F2B01F8}"/>
    <dgm:cxn modelId="{53E1F89A-33E6-4102-8DCA-3F9B9D27DA75}" type="presOf" srcId="{9A917F74-6374-4293-90EE-FC826AFA00AF}" destId="{DB746D48-1257-47C5-AD80-B62219E943D2}" srcOrd="0" destOrd="0" presId="urn:microsoft.com/office/officeart/2018/2/layout/IconVerticalSolidList"/>
    <dgm:cxn modelId="{1A3C7EC6-5A2F-4178-9B0D-E82EDF7DDB19}" srcId="{CE7D835E-2102-409C-B1B5-64D08A6FD2AB}" destId="{9A917F74-6374-4293-90EE-FC826AFA00AF}" srcOrd="1" destOrd="0" parTransId="{2E7285DD-10EB-4055-A6CD-B3CEF1D077B2}" sibTransId="{E741EF48-07DD-4082-81F3-0956354E54E0}"/>
    <dgm:cxn modelId="{623249E8-2C59-4D51-8890-90B296CA34C7}" type="presOf" srcId="{CE7D835E-2102-409C-B1B5-64D08A6FD2AB}" destId="{CC3A5B9B-E349-4521-A006-97E00B0A5AD6}" srcOrd="0" destOrd="0" presId="urn:microsoft.com/office/officeart/2018/2/layout/IconVerticalSolidList"/>
    <dgm:cxn modelId="{866586FD-C2E5-460C-AC75-CD2BDE6B7350}" type="presOf" srcId="{3E43D9C7-A4F1-4B62-AE11-FA9ADE30F54F}" destId="{8CCF0CD9-9CE2-47AF-BCF4-0A26D76A60FF}" srcOrd="0" destOrd="0" presId="urn:microsoft.com/office/officeart/2018/2/layout/IconVerticalSolidList"/>
    <dgm:cxn modelId="{4C6D6215-12A9-4AC6-8E38-6E2A20814B34}" type="presParOf" srcId="{CC3A5B9B-E349-4521-A006-97E00B0A5AD6}" destId="{AC3D2DFB-F7D6-4A00-9CC5-7B8DECDD8387}" srcOrd="0" destOrd="0" presId="urn:microsoft.com/office/officeart/2018/2/layout/IconVerticalSolidList"/>
    <dgm:cxn modelId="{F246A4E5-CE50-4D14-94D8-C4BE46502F15}" type="presParOf" srcId="{AC3D2DFB-F7D6-4A00-9CC5-7B8DECDD8387}" destId="{543E8673-F14E-4DC1-884E-9EF48474C58A}" srcOrd="0" destOrd="0" presId="urn:microsoft.com/office/officeart/2018/2/layout/IconVerticalSolidList"/>
    <dgm:cxn modelId="{00A0FCB3-5569-4DA9-9306-340E5CF22C7A}" type="presParOf" srcId="{AC3D2DFB-F7D6-4A00-9CC5-7B8DECDD8387}" destId="{71045956-83AB-4EEC-9F6C-1A155188C3CC}" srcOrd="1" destOrd="0" presId="urn:microsoft.com/office/officeart/2018/2/layout/IconVerticalSolidList"/>
    <dgm:cxn modelId="{91E716FD-9E06-416C-9558-C2A14F76153E}" type="presParOf" srcId="{AC3D2DFB-F7D6-4A00-9CC5-7B8DECDD8387}" destId="{DA14FB47-DFC1-4EE6-86BE-EF8CDB1E1F10}" srcOrd="2" destOrd="0" presId="urn:microsoft.com/office/officeart/2018/2/layout/IconVerticalSolidList"/>
    <dgm:cxn modelId="{E6FA2576-8EB6-47EA-BE71-D5AC624A4EF9}" type="presParOf" srcId="{AC3D2DFB-F7D6-4A00-9CC5-7B8DECDD8387}" destId="{D673EE54-E78C-422A-8520-2371479D2351}" srcOrd="3" destOrd="0" presId="urn:microsoft.com/office/officeart/2018/2/layout/IconVerticalSolidList"/>
    <dgm:cxn modelId="{7258106F-8DB3-43F4-B786-36C8B1D37AE7}" type="presParOf" srcId="{CC3A5B9B-E349-4521-A006-97E00B0A5AD6}" destId="{34B6FD82-2B5A-4828-AC2F-E581C44B4B6F}" srcOrd="1" destOrd="0" presId="urn:microsoft.com/office/officeart/2018/2/layout/IconVerticalSolidList"/>
    <dgm:cxn modelId="{D1F011BB-6183-4207-A6B7-61B925BFE12E}" type="presParOf" srcId="{CC3A5B9B-E349-4521-A006-97E00B0A5AD6}" destId="{0324B12C-325F-4E78-AE1E-2E525E3C57B3}" srcOrd="2" destOrd="0" presId="urn:microsoft.com/office/officeart/2018/2/layout/IconVerticalSolidList"/>
    <dgm:cxn modelId="{D8CE673F-1286-49CD-A555-9E2B7827EF5D}" type="presParOf" srcId="{0324B12C-325F-4E78-AE1E-2E525E3C57B3}" destId="{67B6FECA-E27D-4822-84C0-F5DF623103C6}" srcOrd="0" destOrd="0" presId="urn:microsoft.com/office/officeart/2018/2/layout/IconVerticalSolidList"/>
    <dgm:cxn modelId="{5E02A05B-A877-4D39-9B91-784E6FD6FFC4}" type="presParOf" srcId="{0324B12C-325F-4E78-AE1E-2E525E3C57B3}" destId="{906F58AC-DFFD-48AF-925B-2EF469165068}" srcOrd="1" destOrd="0" presId="urn:microsoft.com/office/officeart/2018/2/layout/IconVerticalSolidList"/>
    <dgm:cxn modelId="{6969580E-F63B-4B4F-862B-05B13FCB0D0F}" type="presParOf" srcId="{0324B12C-325F-4E78-AE1E-2E525E3C57B3}" destId="{76D7269A-9951-43FE-B6AA-116BBDD629A4}" srcOrd="2" destOrd="0" presId="urn:microsoft.com/office/officeart/2018/2/layout/IconVerticalSolidList"/>
    <dgm:cxn modelId="{CE98C3BB-8AAA-4C79-B0F8-C64C19053B25}" type="presParOf" srcId="{0324B12C-325F-4E78-AE1E-2E525E3C57B3}" destId="{DB746D48-1257-47C5-AD80-B62219E943D2}" srcOrd="3" destOrd="0" presId="urn:microsoft.com/office/officeart/2018/2/layout/IconVerticalSolidList"/>
    <dgm:cxn modelId="{26B4978E-F1BE-488D-80B4-97857ED76F9C}" type="presParOf" srcId="{CC3A5B9B-E349-4521-A006-97E00B0A5AD6}" destId="{60DD95A2-A1BC-4F5A-B69B-CCE84EC96B34}" srcOrd="3" destOrd="0" presId="urn:microsoft.com/office/officeart/2018/2/layout/IconVerticalSolidList"/>
    <dgm:cxn modelId="{E5521D69-2AD7-4366-A70D-72741AA3C749}" type="presParOf" srcId="{CC3A5B9B-E349-4521-A006-97E00B0A5AD6}" destId="{E63499E5-D8F5-4D3F-9D36-73316CF3ABD5}" srcOrd="4" destOrd="0" presId="urn:microsoft.com/office/officeart/2018/2/layout/IconVerticalSolidList"/>
    <dgm:cxn modelId="{B8BCED6E-3E56-4476-A927-9A0181B2E915}" type="presParOf" srcId="{E63499E5-D8F5-4D3F-9D36-73316CF3ABD5}" destId="{D2E7E495-A8E1-47CE-8734-02EC164A0ABB}" srcOrd="0" destOrd="0" presId="urn:microsoft.com/office/officeart/2018/2/layout/IconVerticalSolidList"/>
    <dgm:cxn modelId="{DA7B0B01-EEEE-4DDB-A5EE-3D3BB09F41D9}" type="presParOf" srcId="{E63499E5-D8F5-4D3F-9D36-73316CF3ABD5}" destId="{8E1FCA51-5CE0-48D6-8BED-A7579F9E598D}" srcOrd="1" destOrd="0" presId="urn:microsoft.com/office/officeart/2018/2/layout/IconVerticalSolidList"/>
    <dgm:cxn modelId="{D6E49A41-1B61-4B3A-8162-09376CB654E8}" type="presParOf" srcId="{E63499E5-D8F5-4D3F-9D36-73316CF3ABD5}" destId="{50EE9D77-3510-4BD6-8BC4-380C38493068}" srcOrd="2" destOrd="0" presId="urn:microsoft.com/office/officeart/2018/2/layout/IconVerticalSolidList"/>
    <dgm:cxn modelId="{A44E790C-25DC-43F5-9180-F908CAECFA66}" type="presParOf" srcId="{E63499E5-D8F5-4D3F-9D36-73316CF3ABD5}" destId="{8CCF0CD9-9CE2-47AF-BCF4-0A26D76A60F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1827632-1BB0-48C4-ADC7-77E246D54980}"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FB5CE37-5A70-4443-8F29-F55AF38A493F}">
      <dgm:prSet/>
      <dgm:spPr/>
      <dgm:t>
        <a:bodyPr/>
        <a:lstStyle/>
        <a:p>
          <a:r>
            <a:rPr lang="en-US"/>
            <a:t>Generates working software quickly and early during the software life cycle.</a:t>
          </a:r>
        </a:p>
      </dgm:t>
    </dgm:pt>
    <dgm:pt modelId="{1C972FFA-3AE7-4D5A-85DC-7E5D80806D41}" type="parTrans" cxnId="{778A1568-523D-4278-8550-83701445189B}">
      <dgm:prSet/>
      <dgm:spPr/>
      <dgm:t>
        <a:bodyPr/>
        <a:lstStyle/>
        <a:p>
          <a:endParaRPr lang="en-US"/>
        </a:p>
      </dgm:t>
    </dgm:pt>
    <dgm:pt modelId="{28C10C11-BA59-4C04-A385-A1E6E32C3CD1}" type="sibTrans" cxnId="{778A1568-523D-4278-8550-83701445189B}">
      <dgm:prSet/>
      <dgm:spPr/>
      <dgm:t>
        <a:bodyPr/>
        <a:lstStyle/>
        <a:p>
          <a:endParaRPr lang="en-US"/>
        </a:p>
      </dgm:t>
    </dgm:pt>
    <dgm:pt modelId="{BE2EA773-A204-4642-9B6C-E54055DDA04E}">
      <dgm:prSet/>
      <dgm:spPr/>
      <dgm:t>
        <a:bodyPr/>
        <a:lstStyle/>
        <a:p>
          <a:r>
            <a:rPr lang="en-US"/>
            <a:t>More flexible – less costly to change scope and requirements.</a:t>
          </a:r>
        </a:p>
      </dgm:t>
    </dgm:pt>
    <dgm:pt modelId="{74DE2E50-FC2A-410D-A439-51236518A9E2}" type="parTrans" cxnId="{7273E605-6A05-48D4-98A3-B3B66002B28E}">
      <dgm:prSet/>
      <dgm:spPr/>
      <dgm:t>
        <a:bodyPr/>
        <a:lstStyle/>
        <a:p>
          <a:endParaRPr lang="en-US"/>
        </a:p>
      </dgm:t>
    </dgm:pt>
    <dgm:pt modelId="{E2E7E3E9-BC9F-46AC-B5FC-6F6019EEF3E2}" type="sibTrans" cxnId="{7273E605-6A05-48D4-98A3-B3B66002B28E}">
      <dgm:prSet/>
      <dgm:spPr/>
      <dgm:t>
        <a:bodyPr/>
        <a:lstStyle/>
        <a:p>
          <a:endParaRPr lang="en-US"/>
        </a:p>
      </dgm:t>
    </dgm:pt>
    <dgm:pt modelId="{3EA96F67-5BC3-496E-BE36-D09EB7E8F82F}">
      <dgm:prSet/>
      <dgm:spPr/>
      <dgm:t>
        <a:bodyPr/>
        <a:lstStyle/>
        <a:p>
          <a:r>
            <a:rPr lang="en-US"/>
            <a:t>Easier to test and debug during a smaller iteration.</a:t>
          </a:r>
        </a:p>
      </dgm:t>
    </dgm:pt>
    <dgm:pt modelId="{7A55C87C-C389-4313-89F4-6902A4C03210}" type="parTrans" cxnId="{73319E8E-75D9-4D2D-A6E5-99FA1E298E35}">
      <dgm:prSet/>
      <dgm:spPr/>
      <dgm:t>
        <a:bodyPr/>
        <a:lstStyle/>
        <a:p>
          <a:endParaRPr lang="en-US"/>
        </a:p>
      </dgm:t>
    </dgm:pt>
    <dgm:pt modelId="{06DCCF6D-4A58-4EE2-B4F6-95D25E16936E}" type="sibTrans" cxnId="{73319E8E-75D9-4D2D-A6E5-99FA1E298E35}">
      <dgm:prSet/>
      <dgm:spPr/>
      <dgm:t>
        <a:bodyPr/>
        <a:lstStyle/>
        <a:p>
          <a:endParaRPr lang="en-US"/>
        </a:p>
      </dgm:t>
    </dgm:pt>
    <dgm:pt modelId="{551E31CB-516D-46C2-9B1A-EF0028DC0803}">
      <dgm:prSet/>
      <dgm:spPr/>
      <dgm:t>
        <a:bodyPr/>
        <a:lstStyle/>
        <a:p>
          <a:r>
            <a:rPr lang="en-US"/>
            <a:t>Customer can respond to each built.</a:t>
          </a:r>
        </a:p>
      </dgm:t>
    </dgm:pt>
    <dgm:pt modelId="{5272E63C-B81D-4904-B633-E9163504FE76}" type="parTrans" cxnId="{0EF2D8AE-7515-4A2E-B844-37A472ECCF0F}">
      <dgm:prSet/>
      <dgm:spPr/>
      <dgm:t>
        <a:bodyPr/>
        <a:lstStyle/>
        <a:p>
          <a:endParaRPr lang="en-US"/>
        </a:p>
      </dgm:t>
    </dgm:pt>
    <dgm:pt modelId="{4F3EA7DA-C803-4C9C-A963-86B30B1D6D02}" type="sibTrans" cxnId="{0EF2D8AE-7515-4A2E-B844-37A472ECCF0F}">
      <dgm:prSet/>
      <dgm:spPr/>
      <dgm:t>
        <a:bodyPr/>
        <a:lstStyle/>
        <a:p>
          <a:endParaRPr lang="en-US"/>
        </a:p>
      </dgm:t>
    </dgm:pt>
    <dgm:pt modelId="{4D2C71DA-A72D-4EE3-BDFA-EE177AD99154}">
      <dgm:prSet/>
      <dgm:spPr/>
      <dgm:t>
        <a:bodyPr/>
        <a:lstStyle/>
        <a:p>
          <a:r>
            <a:rPr lang="en-US"/>
            <a:t>Lowers initial delivery cost.</a:t>
          </a:r>
        </a:p>
      </dgm:t>
    </dgm:pt>
    <dgm:pt modelId="{85622C00-95F1-4B41-BC67-D2A3CB1D1C4E}" type="parTrans" cxnId="{E95777A2-63FE-4EE9-A258-962EB5A572E2}">
      <dgm:prSet/>
      <dgm:spPr/>
      <dgm:t>
        <a:bodyPr/>
        <a:lstStyle/>
        <a:p>
          <a:endParaRPr lang="en-US"/>
        </a:p>
      </dgm:t>
    </dgm:pt>
    <dgm:pt modelId="{472068C8-CA41-4391-96D8-4F4B36F5F346}" type="sibTrans" cxnId="{E95777A2-63FE-4EE9-A258-962EB5A572E2}">
      <dgm:prSet/>
      <dgm:spPr/>
      <dgm:t>
        <a:bodyPr/>
        <a:lstStyle/>
        <a:p>
          <a:endParaRPr lang="en-US"/>
        </a:p>
      </dgm:t>
    </dgm:pt>
    <dgm:pt modelId="{DD29099D-BFA0-48F8-AE9E-E6FBF9A2F53C}">
      <dgm:prSet/>
      <dgm:spPr/>
      <dgm:t>
        <a:bodyPr/>
        <a:lstStyle/>
        <a:p>
          <a:r>
            <a:rPr lang="en-US"/>
            <a:t>Easier to manage risk because risky pieces are identified and handled during it’d iteration.</a:t>
          </a:r>
        </a:p>
      </dgm:t>
    </dgm:pt>
    <dgm:pt modelId="{795C35ED-10C3-4E72-B5D7-5DCE1DB11F69}" type="parTrans" cxnId="{0293DC15-1099-4276-AE9E-246DEB214A67}">
      <dgm:prSet/>
      <dgm:spPr/>
      <dgm:t>
        <a:bodyPr/>
        <a:lstStyle/>
        <a:p>
          <a:endParaRPr lang="en-US"/>
        </a:p>
      </dgm:t>
    </dgm:pt>
    <dgm:pt modelId="{5E70A83A-D746-4725-A84D-6F3E9DA44EE9}" type="sibTrans" cxnId="{0293DC15-1099-4276-AE9E-246DEB214A67}">
      <dgm:prSet/>
      <dgm:spPr/>
      <dgm:t>
        <a:bodyPr/>
        <a:lstStyle/>
        <a:p>
          <a:endParaRPr lang="en-US"/>
        </a:p>
      </dgm:t>
    </dgm:pt>
    <dgm:pt modelId="{20415841-42F5-44C5-84FE-B6ECC95C9200}" type="pres">
      <dgm:prSet presAssocID="{A1827632-1BB0-48C4-ADC7-77E246D54980}" presName="root" presStyleCnt="0">
        <dgm:presLayoutVars>
          <dgm:dir/>
          <dgm:resizeHandles val="exact"/>
        </dgm:presLayoutVars>
      </dgm:prSet>
      <dgm:spPr/>
    </dgm:pt>
    <dgm:pt modelId="{17D07B46-64B0-4D34-AAA4-FE7E20FD79F7}" type="pres">
      <dgm:prSet presAssocID="{A1827632-1BB0-48C4-ADC7-77E246D54980}" presName="container" presStyleCnt="0">
        <dgm:presLayoutVars>
          <dgm:dir/>
          <dgm:resizeHandles val="exact"/>
        </dgm:presLayoutVars>
      </dgm:prSet>
      <dgm:spPr/>
    </dgm:pt>
    <dgm:pt modelId="{0EF37A72-D0A7-4812-9192-D965635B490B}" type="pres">
      <dgm:prSet presAssocID="{2FB5CE37-5A70-4443-8F29-F55AF38A493F}" presName="compNode" presStyleCnt="0"/>
      <dgm:spPr/>
    </dgm:pt>
    <dgm:pt modelId="{F52578E3-C46D-40A3-AE53-4BAA3949FD16}" type="pres">
      <dgm:prSet presAssocID="{2FB5CE37-5A70-4443-8F29-F55AF38A493F}" presName="iconBgRect" presStyleLbl="bgShp" presStyleIdx="0" presStyleCnt="6"/>
      <dgm:spPr/>
    </dgm:pt>
    <dgm:pt modelId="{DE14106A-6293-45D7-9D14-A8818DADFFCA}" type="pres">
      <dgm:prSet presAssocID="{2FB5CE37-5A70-4443-8F29-F55AF38A493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Circle"/>
        </a:ext>
      </dgm:extLst>
    </dgm:pt>
    <dgm:pt modelId="{A239E876-3335-49C7-9BDA-D7EECFB77E6F}" type="pres">
      <dgm:prSet presAssocID="{2FB5CE37-5A70-4443-8F29-F55AF38A493F}" presName="spaceRect" presStyleCnt="0"/>
      <dgm:spPr/>
    </dgm:pt>
    <dgm:pt modelId="{F7C83FA4-DC6C-4E9E-9F2B-38792B77B933}" type="pres">
      <dgm:prSet presAssocID="{2FB5CE37-5A70-4443-8F29-F55AF38A493F}" presName="textRect" presStyleLbl="revTx" presStyleIdx="0" presStyleCnt="6">
        <dgm:presLayoutVars>
          <dgm:chMax val="1"/>
          <dgm:chPref val="1"/>
        </dgm:presLayoutVars>
      </dgm:prSet>
      <dgm:spPr/>
    </dgm:pt>
    <dgm:pt modelId="{91E599D4-3091-4A69-86C8-D8475AB7AA6A}" type="pres">
      <dgm:prSet presAssocID="{28C10C11-BA59-4C04-A385-A1E6E32C3CD1}" presName="sibTrans" presStyleLbl="sibTrans2D1" presStyleIdx="0" presStyleCnt="0"/>
      <dgm:spPr/>
    </dgm:pt>
    <dgm:pt modelId="{39CFB971-328C-4288-BB99-0B8A30EC2843}" type="pres">
      <dgm:prSet presAssocID="{BE2EA773-A204-4642-9B6C-E54055DDA04E}" presName="compNode" presStyleCnt="0"/>
      <dgm:spPr/>
    </dgm:pt>
    <dgm:pt modelId="{41022C67-3BE6-4DFB-A9B0-2E11751B0A9E}" type="pres">
      <dgm:prSet presAssocID="{BE2EA773-A204-4642-9B6C-E54055DDA04E}" presName="iconBgRect" presStyleLbl="bgShp" presStyleIdx="1" presStyleCnt="6"/>
      <dgm:spPr/>
    </dgm:pt>
    <dgm:pt modelId="{05EF74BA-ECFD-47EE-B2E6-A5DE9BFD3790}" type="pres">
      <dgm:prSet presAssocID="{BE2EA773-A204-4642-9B6C-E54055DDA04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BF82A21C-2A89-4B07-B542-5CD09A3ADE51}" type="pres">
      <dgm:prSet presAssocID="{BE2EA773-A204-4642-9B6C-E54055DDA04E}" presName="spaceRect" presStyleCnt="0"/>
      <dgm:spPr/>
    </dgm:pt>
    <dgm:pt modelId="{7A7F514B-7149-44CD-B96E-43EAF21E21AD}" type="pres">
      <dgm:prSet presAssocID="{BE2EA773-A204-4642-9B6C-E54055DDA04E}" presName="textRect" presStyleLbl="revTx" presStyleIdx="1" presStyleCnt="6">
        <dgm:presLayoutVars>
          <dgm:chMax val="1"/>
          <dgm:chPref val="1"/>
        </dgm:presLayoutVars>
      </dgm:prSet>
      <dgm:spPr/>
    </dgm:pt>
    <dgm:pt modelId="{00629B3C-269A-437B-8A11-EA15968A3680}" type="pres">
      <dgm:prSet presAssocID="{E2E7E3E9-BC9F-46AC-B5FC-6F6019EEF3E2}" presName="sibTrans" presStyleLbl="sibTrans2D1" presStyleIdx="0" presStyleCnt="0"/>
      <dgm:spPr/>
    </dgm:pt>
    <dgm:pt modelId="{5BE8FA74-59F2-4CE4-A0DB-D2E898E5C9F6}" type="pres">
      <dgm:prSet presAssocID="{3EA96F67-5BC3-496E-BE36-D09EB7E8F82F}" presName="compNode" presStyleCnt="0"/>
      <dgm:spPr/>
    </dgm:pt>
    <dgm:pt modelId="{A3F821FC-3821-477B-9980-2B44A4E60ABA}" type="pres">
      <dgm:prSet presAssocID="{3EA96F67-5BC3-496E-BE36-D09EB7E8F82F}" presName="iconBgRect" presStyleLbl="bgShp" presStyleIdx="2" presStyleCnt="6"/>
      <dgm:spPr/>
    </dgm:pt>
    <dgm:pt modelId="{6F81F2F6-FA36-4C8F-AD7E-FA20C998C027}" type="pres">
      <dgm:prSet presAssocID="{3EA96F67-5BC3-496E-BE36-D09EB7E8F82F}"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6388CBCA-D6A5-4BF3-88B1-91A7C89B3C5E}" type="pres">
      <dgm:prSet presAssocID="{3EA96F67-5BC3-496E-BE36-D09EB7E8F82F}" presName="spaceRect" presStyleCnt="0"/>
      <dgm:spPr/>
    </dgm:pt>
    <dgm:pt modelId="{44FBC908-D15D-4AD1-9859-959847C6CAA4}" type="pres">
      <dgm:prSet presAssocID="{3EA96F67-5BC3-496E-BE36-D09EB7E8F82F}" presName="textRect" presStyleLbl="revTx" presStyleIdx="2" presStyleCnt="6">
        <dgm:presLayoutVars>
          <dgm:chMax val="1"/>
          <dgm:chPref val="1"/>
        </dgm:presLayoutVars>
      </dgm:prSet>
      <dgm:spPr/>
    </dgm:pt>
    <dgm:pt modelId="{17BD64D0-05CC-4EB6-9E55-CEC459E41543}" type="pres">
      <dgm:prSet presAssocID="{06DCCF6D-4A58-4EE2-B4F6-95D25E16936E}" presName="sibTrans" presStyleLbl="sibTrans2D1" presStyleIdx="0" presStyleCnt="0"/>
      <dgm:spPr/>
    </dgm:pt>
    <dgm:pt modelId="{9646053F-A4FF-46B5-9164-A7C86DE5E383}" type="pres">
      <dgm:prSet presAssocID="{551E31CB-516D-46C2-9B1A-EF0028DC0803}" presName="compNode" presStyleCnt="0"/>
      <dgm:spPr/>
    </dgm:pt>
    <dgm:pt modelId="{3BA71B62-4355-4A08-BD04-A53D15312B01}" type="pres">
      <dgm:prSet presAssocID="{551E31CB-516D-46C2-9B1A-EF0028DC0803}" presName="iconBgRect" presStyleLbl="bgShp" presStyleIdx="3" presStyleCnt="6"/>
      <dgm:spPr/>
    </dgm:pt>
    <dgm:pt modelId="{2BED7E59-24C4-45E5-BB36-E2E7F9C66073}" type="pres">
      <dgm:prSet presAssocID="{551E31CB-516D-46C2-9B1A-EF0028DC0803}"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hare With Person"/>
        </a:ext>
      </dgm:extLst>
    </dgm:pt>
    <dgm:pt modelId="{1D3CD340-70D7-4213-906E-72EFC5D89E66}" type="pres">
      <dgm:prSet presAssocID="{551E31CB-516D-46C2-9B1A-EF0028DC0803}" presName="spaceRect" presStyleCnt="0"/>
      <dgm:spPr/>
    </dgm:pt>
    <dgm:pt modelId="{073A5444-BAB5-4554-915B-2B1040899BDA}" type="pres">
      <dgm:prSet presAssocID="{551E31CB-516D-46C2-9B1A-EF0028DC0803}" presName="textRect" presStyleLbl="revTx" presStyleIdx="3" presStyleCnt="6">
        <dgm:presLayoutVars>
          <dgm:chMax val="1"/>
          <dgm:chPref val="1"/>
        </dgm:presLayoutVars>
      </dgm:prSet>
      <dgm:spPr/>
    </dgm:pt>
    <dgm:pt modelId="{95CE51A5-7243-491C-A761-DD656538E463}" type="pres">
      <dgm:prSet presAssocID="{4F3EA7DA-C803-4C9C-A963-86B30B1D6D02}" presName="sibTrans" presStyleLbl="sibTrans2D1" presStyleIdx="0" presStyleCnt="0"/>
      <dgm:spPr/>
    </dgm:pt>
    <dgm:pt modelId="{9A3F8C7D-F068-4048-A4B0-45BBF6C37716}" type="pres">
      <dgm:prSet presAssocID="{4D2C71DA-A72D-4EE3-BDFA-EE177AD99154}" presName="compNode" presStyleCnt="0"/>
      <dgm:spPr/>
    </dgm:pt>
    <dgm:pt modelId="{B2078665-C5C9-46E8-AB30-60F4B398F260}" type="pres">
      <dgm:prSet presAssocID="{4D2C71DA-A72D-4EE3-BDFA-EE177AD99154}" presName="iconBgRect" presStyleLbl="bgShp" presStyleIdx="4" presStyleCnt="6"/>
      <dgm:spPr/>
    </dgm:pt>
    <dgm:pt modelId="{CEF084AA-CD15-4E79-A068-1AADCCDF21C3}" type="pres">
      <dgm:prSet presAssocID="{4D2C71DA-A72D-4EE3-BDFA-EE177AD9915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oney"/>
        </a:ext>
      </dgm:extLst>
    </dgm:pt>
    <dgm:pt modelId="{AB30765F-82B5-45B2-939E-D92144CB03B0}" type="pres">
      <dgm:prSet presAssocID="{4D2C71DA-A72D-4EE3-BDFA-EE177AD99154}" presName="spaceRect" presStyleCnt="0"/>
      <dgm:spPr/>
    </dgm:pt>
    <dgm:pt modelId="{364A4067-2651-4327-95ED-ECE50CCD6FED}" type="pres">
      <dgm:prSet presAssocID="{4D2C71DA-A72D-4EE3-BDFA-EE177AD99154}" presName="textRect" presStyleLbl="revTx" presStyleIdx="4" presStyleCnt="6">
        <dgm:presLayoutVars>
          <dgm:chMax val="1"/>
          <dgm:chPref val="1"/>
        </dgm:presLayoutVars>
      </dgm:prSet>
      <dgm:spPr/>
    </dgm:pt>
    <dgm:pt modelId="{0D5E15D9-C165-44D5-A645-16DF2CB816F5}" type="pres">
      <dgm:prSet presAssocID="{472068C8-CA41-4391-96D8-4F4B36F5F346}" presName="sibTrans" presStyleLbl="sibTrans2D1" presStyleIdx="0" presStyleCnt="0"/>
      <dgm:spPr/>
    </dgm:pt>
    <dgm:pt modelId="{936DCFE1-97CD-4F84-AAA1-369979D2002F}" type="pres">
      <dgm:prSet presAssocID="{DD29099D-BFA0-48F8-AE9E-E6FBF9A2F53C}" presName="compNode" presStyleCnt="0"/>
      <dgm:spPr/>
    </dgm:pt>
    <dgm:pt modelId="{2D22B135-63C6-4F32-99D9-EFC61C8BEC9A}" type="pres">
      <dgm:prSet presAssocID="{DD29099D-BFA0-48F8-AE9E-E6FBF9A2F53C}" presName="iconBgRect" presStyleLbl="bgShp" presStyleIdx="5" presStyleCnt="6"/>
      <dgm:spPr/>
    </dgm:pt>
    <dgm:pt modelId="{59053D85-E4B4-4C45-8ED6-A455753EE76B}" type="pres">
      <dgm:prSet presAssocID="{DD29099D-BFA0-48F8-AE9E-E6FBF9A2F53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aze"/>
        </a:ext>
      </dgm:extLst>
    </dgm:pt>
    <dgm:pt modelId="{18509E3C-A894-4AF1-BA80-0781856A6560}" type="pres">
      <dgm:prSet presAssocID="{DD29099D-BFA0-48F8-AE9E-E6FBF9A2F53C}" presName="spaceRect" presStyleCnt="0"/>
      <dgm:spPr/>
    </dgm:pt>
    <dgm:pt modelId="{D41E73AD-5824-4BC8-A5F0-BF298623E91D}" type="pres">
      <dgm:prSet presAssocID="{DD29099D-BFA0-48F8-AE9E-E6FBF9A2F53C}" presName="textRect" presStyleLbl="revTx" presStyleIdx="5" presStyleCnt="6">
        <dgm:presLayoutVars>
          <dgm:chMax val="1"/>
          <dgm:chPref val="1"/>
        </dgm:presLayoutVars>
      </dgm:prSet>
      <dgm:spPr/>
    </dgm:pt>
  </dgm:ptLst>
  <dgm:cxnLst>
    <dgm:cxn modelId="{7273E605-6A05-48D4-98A3-B3B66002B28E}" srcId="{A1827632-1BB0-48C4-ADC7-77E246D54980}" destId="{BE2EA773-A204-4642-9B6C-E54055DDA04E}" srcOrd="1" destOrd="0" parTransId="{74DE2E50-FC2A-410D-A439-51236518A9E2}" sibTransId="{E2E7E3E9-BC9F-46AC-B5FC-6F6019EEF3E2}"/>
    <dgm:cxn modelId="{0293DC15-1099-4276-AE9E-246DEB214A67}" srcId="{A1827632-1BB0-48C4-ADC7-77E246D54980}" destId="{DD29099D-BFA0-48F8-AE9E-E6FBF9A2F53C}" srcOrd="5" destOrd="0" parTransId="{795C35ED-10C3-4E72-B5D7-5DCE1DB11F69}" sibTransId="{5E70A83A-D746-4725-A84D-6F3E9DA44EE9}"/>
    <dgm:cxn modelId="{75DFD721-EDEF-4D79-819B-A8A1A17480B2}" type="presOf" srcId="{2FB5CE37-5A70-4443-8F29-F55AF38A493F}" destId="{F7C83FA4-DC6C-4E9E-9F2B-38792B77B933}" srcOrd="0" destOrd="0" presId="urn:microsoft.com/office/officeart/2018/2/layout/IconCircleList"/>
    <dgm:cxn modelId="{97017839-3185-4C9D-8808-021B667C7F20}" type="presOf" srcId="{A1827632-1BB0-48C4-ADC7-77E246D54980}" destId="{20415841-42F5-44C5-84FE-B6ECC95C9200}" srcOrd="0" destOrd="0" presId="urn:microsoft.com/office/officeart/2018/2/layout/IconCircleList"/>
    <dgm:cxn modelId="{778A1568-523D-4278-8550-83701445189B}" srcId="{A1827632-1BB0-48C4-ADC7-77E246D54980}" destId="{2FB5CE37-5A70-4443-8F29-F55AF38A493F}" srcOrd="0" destOrd="0" parTransId="{1C972FFA-3AE7-4D5A-85DC-7E5D80806D41}" sibTransId="{28C10C11-BA59-4C04-A385-A1E6E32C3CD1}"/>
    <dgm:cxn modelId="{7C12F28B-0867-4578-AD21-7F043A30845B}" type="presOf" srcId="{DD29099D-BFA0-48F8-AE9E-E6FBF9A2F53C}" destId="{D41E73AD-5824-4BC8-A5F0-BF298623E91D}" srcOrd="0" destOrd="0" presId="urn:microsoft.com/office/officeart/2018/2/layout/IconCircleList"/>
    <dgm:cxn modelId="{73319E8E-75D9-4D2D-A6E5-99FA1E298E35}" srcId="{A1827632-1BB0-48C4-ADC7-77E246D54980}" destId="{3EA96F67-5BC3-496E-BE36-D09EB7E8F82F}" srcOrd="2" destOrd="0" parTransId="{7A55C87C-C389-4313-89F4-6902A4C03210}" sibTransId="{06DCCF6D-4A58-4EE2-B4F6-95D25E16936E}"/>
    <dgm:cxn modelId="{6A865295-D103-42BA-A06E-A7765564FA1B}" type="presOf" srcId="{4D2C71DA-A72D-4EE3-BDFA-EE177AD99154}" destId="{364A4067-2651-4327-95ED-ECE50CCD6FED}" srcOrd="0" destOrd="0" presId="urn:microsoft.com/office/officeart/2018/2/layout/IconCircleList"/>
    <dgm:cxn modelId="{27612B9D-9CFC-450F-8538-7CF0F5293FA2}" type="presOf" srcId="{551E31CB-516D-46C2-9B1A-EF0028DC0803}" destId="{073A5444-BAB5-4554-915B-2B1040899BDA}" srcOrd="0" destOrd="0" presId="urn:microsoft.com/office/officeart/2018/2/layout/IconCircleList"/>
    <dgm:cxn modelId="{AC21EC9D-4B9B-45A2-829F-AC86983CAB12}" type="presOf" srcId="{3EA96F67-5BC3-496E-BE36-D09EB7E8F82F}" destId="{44FBC908-D15D-4AD1-9859-959847C6CAA4}" srcOrd="0" destOrd="0" presId="urn:microsoft.com/office/officeart/2018/2/layout/IconCircleList"/>
    <dgm:cxn modelId="{E95777A2-63FE-4EE9-A258-962EB5A572E2}" srcId="{A1827632-1BB0-48C4-ADC7-77E246D54980}" destId="{4D2C71DA-A72D-4EE3-BDFA-EE177AD99154}" srcOrd="4" destOrd="0" parTransId="{85622C00-95F1-4B41-BC67-D2A3CB1D1C4E}" sibTransId="{472068C8-CA41-4391-96D8-4F4B36F5F346}"/>
    <dgm:cxn modelId="{0EF2D8AE-7515-4A2E-B844-37A472ECCF0F}" srcId="{A1827632-1BB0-48C4-ADC7-77E246D54980}" destId="{551E31CB-516D-46C2-9B1A-EF0028DC0803}" srcOrd="3" destOrd="0" parTransId="{5272E63C-B81D-4904-B633-E9163504FE76}" sibTransId="{4F3EA7DA-C803-4C9C-A963-86B30B1D6D02}"/>
    <dgm:cxn modelId="{EBA011B1-D6CD-447C-BCDC-92F308ED9065}" type="presOf" srcId="{28C10C11-BA59-4C04-A385-A1E6E32C3CD1}" destId="{91E599D4-3091-4A69-86C8-D8475AB7AA6A}" srcOrd="0" destOrd="0" presId="urn:microsoft.com/office/officeart/2018/2/layout/IconCircleList"/>
    <dgm:cxn modelId="{8069C8C1-0BFB-4431-B1F2-D8E1AA052800}" type="presOf" srcId="{06DCCF6D-4A58-4EE2-B4F6-95D25E16936E}" destId="{17BD64D0-05CC-4EB6-9E55-CEC459E41543}" srcOrd="0" destOrd="0" presId="urn:microsoft.com/office/officeart/2018/2/layout/IconCircleList"/>
    <dgm:cxn modelId="{91CAA3E0-02AC-48D1-BEB0-618B6E47CF58}" type="presOf" srcId="{4F3EA7DA-C803-4C9C-A963-86B30B1D6D02}" destId="{95CE51A5-7243-491C-A761-DD656538E463}" srcOrd="0" destOrd="0" presId="urn:microsoft.com/office/officeart/2018/2/layout/IconCircleList"/>
    <dgm:cxn modelId="{C855D0EA-EB7F-463D-B484-83A448A83886}" type="presOf" srcId="{472068C8-CA41-4391-96D8-4F4B36F5F346}" destId="{0D5E15D9-C165-44D5-A645-16DF2CB816F5}" srcOrd="0" destOrd="0" presId="urn:microsoft.com/office/officeart/2018/2/layout/IconCircleList"/>
    <dgm:cxn modelId="{2D58BCF4-D7EE-410B-9C2F-20C05C73A128}" type="presOf" srcId="{BE2EA773-A204-4642-9B6C-E54055DDA04E}" destId="{7A7F514B-7149-44CD-B96E-43EAF21E21AD}" srcOrd="0" destOrd="0" presId="urn:microsoft.com/office/officeart/2018/2/layout/IconCircleList"/>
    <dgm:cxn modelId="{99386BFB-2198-4221-89B6-10C28C8FAF2F}" type="presOf" srcId="{E2E7E3E9-BC9F-46AC-B5FC-6F6019EEF3E2}" destId="{00629B3C-269A-437B-8A11-EA15968A3680}" srcOrd="0" destOrd="0" presId="urn:microsoft.com/office/officeart/2018/2/layout/IconCircleList"/>
    <dgm:cxn modelId="{3349ABFE-9319-4904-A106-AA910B0F6DCD}" type="presParOf" srcId="{20415841-42F5-44C5-84FE-B6ECC95C9200}" destId="{17D07B46-64B0-4D34-AAA4-FE7E20FD79F7}" srcOrd="0" destOrd="0" presId="urn:microsoft.com/office/officeart/2018/2/layout/IconCircleList"/>
    <dgm:cxn modelId="{2A1F0EFC-FDF8-489D-97DE-BF7B7530243B}" type="presParOf" srcId="{17D07B46-64B0-4D34-AAA4-FE7E20FD79F7}" destId="{0EF37A72-D0A7-4812-9192-D965635B490B}" srcOrd="0" destOrd="0" presId="urn:microsoft.com/office/officeart/2018/2/layout/IconCircleList"/>
    <dgm:cxn modelId="{2330FD03-40A8-45DD-926A-D30484E3D3B8}" type="presParOf" srcId="{0EF37A72-D0A7-4812-9192-D965635B490B}" destId="{F52578E3-C46D-40A3-AE53-4BAA3949FD16}" srcOrd="0" destOrd="0" presId="urn:microsoft.com/office/officeart/2018/2/layout/IconCircleList"/>
    <dgm:cxn modelId="{B4FF1736-AAE5-423B-9F8C-DD6D8353BE68}" type="presParOf" srcId="{0EF37A72-D0A7-4812-9192-D965635B490B}" destId="{DE14106A-6293-45D7-9D14-A8818DADFFCA}" srcOrd="1" destOrd="0" presId="urn:microsoft.com/office/officeart/2018/2/layout/IconCircleList"/>
    <dgm:cxn modelId="{A55139BC-52FD-48D5-99F1-D2220F0603D4}" type="presParOf" srcId="{0EF37A72-D0A7-4812-9192-D965635B490B}" destId="{A239E876-3335-49C7-9BDA-D7EECFB77E6F}" srcOrd="2" destOrd="0" presId="urn:microsoft.com/office/officeart/2018/2/layout/IconCircleList"/>
    <dgm:cxn modelId="{13C2A765-2363-4464-8902-C7F0047A471E}" type="presParOf" srcId="{0EF37A72-D0A7-4812-9192-D965635B490B}" destId="{F7C83FA4-DC6C-4E9E-9F2B-38792B77B933}" srcOrd="3" destOrd="0" presId="urn:microsoft.com/office/officeart/2018/2/layout/IconCircleList"/>
    <dgm:cxn modelId="{0DD71F01-D2B5-4505-9006-05DF15710B6C}" type="presParOf" srcId="{17D07B46-64B0-4D34-AAA4-FE7E20FD79F7}" destId="{91E599D4-3091-4A69-86C8-D8475AB7AA6A}" srcOrd="1" destOrd="0" presId="urn:microsoft.com/office/officeart/2018/2/layout/IconCircleList"/>
    <dgm:cxn modelId="{3F4C3C57-FECC-4EBE-BAE3-46D1A71BE853}" type="presParOf" srcId="{17D07B46-64B0-4D34-AAA4-FE7E20FD79F7}" destId="{39CFB971-328C-4288-BB99-0B8A30EC2843}" srcOrd="2" destOrd="0" presId="urn:microsoft.com/office/officeart/2018/2/layout/IconCircleList"/>
    <dgm:cxn modelId="{35D584E4-1311-42C4-84FA-59BEF8F53C8C}" type="presParOf" srcId="{39CFB971-328C-4288-BB99-0B8A30EC2843}" destId="{41022C67-3BE6-4DFB-A9B0-2E11751B0A9E}" srcOrd="0" destOrd="0" presId="urn:microsoft.com/office/officeart/2018/2/layout/IconCircleList"/>
    <dgm:cxn modelId="{18BFC750-057E-4360-B840-CCB9E6E274EA}" type="presParOf" srcId="{39CFB971-328C-4288-BB99-0B8A30EC2843}" destId="{05EF74BA-ECFD-47EE-B2E6-A5DE9BFD3790}" srcOrd="1" destOrd="0" presId="urn:microsoft.com/office/officeart/2018/2/layout/IconCircleList"/>
    <dgm:cxn modelId="{E8FA7951-293B-488B-9FC3-0F7E412A16FA}" type="presParOf" srcId="{39CFB971-328C-4288-BB99-0B8A30EC2843}" destId="{BF82A21C-2A89-4B07-B542-5CD09A3ADE51}" srcOrd="2" destOrd="0" presId="urn:microsoft.com/office/officeart/2018/2/layout/IconCircleList"/>
    <dgm:cxn modelId="{475FCAAA-5961-46DA-A887-9563167F2170}" type="presParOf" srcId="{39CFB971-328C-4288-BB99-0B8A30EC2843}" destId="{7A7F514B-7149-44CD-B96E-43EAF21E21AD}" srcOrd="3" destOrd="0" presId="urn:microsoft.com/office/officeart/2018/2/layout/IconCircleList"/>
    <dgm:cxn modelId="{79F4939C-452B-43AB-854A-ECFAED6D64F9}" type="presParOf" srcId="{17D07B46-64B0-4D34-AAA4-FE7E20FD79F7}" destId="{00629B3C-269A-437B-8A11-EA15968A3680}" srcOrd="3" destOrd="0" presId="urn:microsoft.com/office/officeart/2018/2/layout/IconCircleList"/>
    <dgm:cxn modelId="{651B305B-20AA-48A9-BC1F-3200F1C07292}" type="presParOf" srcId="{17D07B46-64B0-4D34-AAA4-FE7E20FD79F7}" destId="{5BE8FA74-59F2-4CE4-A0DB-D2E898E5C9F6}" srcOrd="4" destOrd="0" presId="urn:microsoft.com/office/officeart/2018/2/layout/IconCircleList"/>
    <dgm:cxn modelId="{975F6261-A3D8-410E-8B23-332450D85859}" type="presParOf" srcId="{5BE8FA74-59F2-4CE4-A0DB-D2E898E5C9F6}" destId="{A3F821FC-3821-477B-9980-2B44A4E60ABA}" srcOrd="0" destOrd="0" presId="urn:microsoft.com/office/officeart/2018/2/layout/IconCircleList"/>
    <dgm:cxn modelId="{4A810CFF-1B39-4623-AF08-4485BBB0CD84}" type="presParOf" srcId="{5BE8FA74-59F2-4CE4-A0DB-D2E898E5C9F6}" destId="{6F81F2F6-FA36-4C8F-AD7E-FA20C998C027}" srcOrd="1" destOrd="0" presId="urn:microsoft.com/office/officeart/2018/2/layout/IconCircleList"/>
    <dgm:cxn modelId="{76751F38-4C90-4631-9CA2-8DBBF3D6D19E}" type="presParOf" srcId="{5BE8FA74-59F2-4CE4-A0DB-D2E898E5C9F6}" destId="{6388CBCA-D6A5-4BF3-88B1-91A7C89B3C5E}" srcOrd="2" destOrd="0" presId="urn:microsoft.com/office/officeart/2018/2/layout/IconCircleList"/>
    <dgm:cxn modelId="{46CAF917-1AD8-4ADC-8271-7C87AA63D6AF}" type="presParOf" srcId="{5BE8FA74-59F2-4CE4-A0DB-D2E898E5C9F6}" destId="{44FBC908-D15D-4AD1-9859-959847C6CAA4}" srcOrd="3" destOrd="0" presId="urn:microsoft.com/office/officeart/2018/2/layout/IconCircleList"/>
    <dgm:cxn modelId="{626F4C70-2946-432E-8F7D-0A99E5B73D94}" type="presParOf" srcId="{17D07B46-64B0-4D34-AAA4-FE7E20FD79F7}" destId="{17BD64D0-05CC-4EB6-9E55-CEC459E41543}" srcOrd="5" destOrd="0" presId="urn:microsoft.com/office/officeart/2018/2/layout/IconCircleList"/>
    <dgm:cxn modelId="{67C1D478-6B6C-472B-A92B-3CAC1B8C600E}" type="presParOf" srcId="{17D07B46-64B0-4D34-AAA4-FE7E20FD79F7}" destId="{9646053F-A4FF-46B5-9164-A7C86DE5E383}" srcOrd="6" destOrd="0" presId="urn:microsoft.com/office/officeart/2018/2/layout/IconCircleList"/>
    <dgm:cxn modelId="{C7FAF8C8-B438-4350-93B3-AAF97BB63DA2}" type="presParOf" srcId="{9646053F-A4FF-46B5-9164-A7C86DE5E383}" destId="{3BA71B62-4355-4A08-BD04-A53D15312B01}" srcOrd="0" destOrd="0" presId="urn:microsoft.com/office/officeart/2018/2/layout/IconCircleList"/>
    <dgm:cxn modelId="{1AC3476D-7535-4153-A8B5-240A05C1E278}" type="presParOf" srcId="{9646053F-A4FF-46B5-9164-A7C86DE5E383}" destId="{2BED7E59-24C4-45E5-BB36-E2E7F9C66073}" srcOrd="1" destOrd="0" presId="urn:microsoft.com/office/officeart/2018/2/layout/IconCircleList"/>
    <dgm:cxn modelId="{E9C1283E-1249-4C56-96B7-447CB2E3837A}" type="presParOf" srcId="{9646053F-A4FF-46B5-9164-A7C86DE5E383}" destId="{1D3CD340-70D7-4213-906E-72EFC5D89E66}" srcOrd="2" destOrd="0" presId="urn:microsoft.com/office/officeart/2018/2/layout/IconCircleList"/>
    <dgm:cxn modelId="{0D3DA9DF-9ED5-4E8D-BA3C-44AA2ED2B311}" type="presParOf" srcId="{9646053F-A4FF-46B5-9164-A7C86DE5E383}" destId="{073A5444-BAB5-4554-915B-2B1040899BDA}" srcOrd="3" destOrd="0" presId="urn:microsoft.com/office/officeart/2018/2/layout/IconCircleList"/>
    <dgm:cxn modelId="{43C89A27-6090-4F81-B085-B155DBFB3D1E}" type="presParOf" srcId="{17D07B46-64B0-4D34-AAA4-FE7E20FD79F7}" destId="{95CE51A5-7243-491C-A761-DD656538E463}" srcOrd="7" destOrd="0" presId="urn:microsoft.com/office/officeart/2018/2/layout/IconCircleList"/>
    <dgm:cxn modelId="{E2D1E80B-30B7-46BB-B7E1-12FE071E68AA}" type="presParOf" srcId="{17D07B46-64B0-4D34-AAA4-FE7E20FD79F7}" destId="{9A3F8C7D-F068-4048-A4B0-45BBF6C37716}" srcOrd="8" destOrd="0" presId="urn:microsoft.com/office/officeart/2018/2/layout/IconCircleList"/>
    <dgm:cxn modelId="{AF2D94AA-ECE9-426E-B16C-C23F88634E66}" type="presParOf" srcId="{9A3F8C7D-F068-4048-A4B0-45BBF6C37716}" destId="{B2078665-C5C9-46E8-AB30-60F4B398F260}" srcOrd="0" destOrd="0" presId="urn:microsoft.com/office/officeart/2018/2/layout/IconCircleList"/>
    <dgm:cxn modelId="{FDCF8768-1DA8-4F8D-B97A-C8325188AFA6}" type="presParOf" srcId="{9A3F8C7D-F068-4048-A4B0-45BBF6C37716}" destId="{CEF084AA-CD15-4E79-A068-1AADCCDF21C3}" srcOrd="1" destOrd="0" presId="urn:microsoft.com/office/officeart/2018/2/layout/IconCircleList"/>
    <dgm:cxn modelId="{6D5D3FE4-4AE6-4124-8C74-67A62A6D50C7}" type="presParOf" srcId="{9A3F8C7D-F068-4048-A4B0-45BBF6C37716}" destId="{AB30765F-82B5-45B2-939E-D92144CB03B0}" srcOrd="2" destOrd="0" presId="urn:microsoft.com/office/officeart/2018/2/layout/IconCircleList"/>
    <dgm:cxn modelId="{DA03623A-B351-43F4-A3C0-A3E172146305}" type="presParOf" srcId="{9A3F8C7D-F068-4048-A4B0-45BBF6C37716}" destId="{364A4067-2651-4327-95ED-ECE50CCD6FED}" srcOrd="3" destOrd="0" presId="urn:microsoft.com/office/officeart/2018/2/layout/IconCircleList"/>
    <dgm:cxn modelId="{D0113761-6D71-4BB6-9CA1-35F306C793C9}" type="presParOf" srcId="{17D07B46-64B0-4D34-AAA4-FE7E20FD79F7}" destId="{0D5E15D9-C165-44D5-A645-16DF2CB816F5}" srcOrd="9" destOrd="0" presId="urn:microsoft.com/office/officeart/2018/2/layout/IconCircleList"/>
    <dgm:cxn modelId="{86CF863A-5F69-42F7-82AA-2A1FB0721B5D}" type="presParOf" srcId="{17D07B46-64B0-4D34-AAA4-FE7E20FD79F7}" destId="{936DCFE1-97CD-4F84-AAA1-369979D2002F}" srcOrd="10" destOrd="0" presId="urn:microsoft.com/office/officeart/2018/2/layout/IconCircleList"/>
    <dgm:cxn modelId="{AAE31C56-A260-41FE-8451-FD0C4B7638E6}" type="presParOf" srcId="{936DCFE1-97CD-4F84-AAA1-369979D2002F}" destId="{2D22B135-63C6-4F32-99D9-EFC61C8BEC9A}" srcOrd="0" destOrd="0" presId="urn:microsoft.com/office/officeart/2018/2/layout/IconCircleList"/>
    <dgm:cxn modelId="{5F01176C-C8CB-4544-8E51-A95B20780A0E}" type="presParOf" srcId="{936DCFE1-97CD-4F84-AAA1-369979D2002F}" destId="{59053D85-E4B4-4C45-8ED6-A455753EE76B}" srcOrd="1" destOrd="0" presId="urn:microsoft.com/office/officeart/2018/2/layout/IconCircleList"/>
    <dgm:cxn modelId="{F73DC73C-C6F1-47D0-80D5-6A1E2D5227A1}" type="presParOf" srcId="{936DCFE1-97CD-4F84-AAA1-369979D2002F}" destId="{18509E3C-A894-4AF1-BA80-0781856A6560}" srcOrd="2" destOrd="0" presId="urn:microsoft.com/office/officeart/2018/2/layout/IconCircleList"/>
    <dgm:cxn modelId="{D7FC7C2D-5CA7-45A5-ACFA-4176A3AF005A}" type="presParOf" srcId="{936DCFE1-97CD-4F84-AAA1-369979D2002F}" destId="{D41E73AD-5824-4BC8-A5F0-BF298623E91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1C5E95B-2C0A-47C8-B7DD-E3B0116A0CCD}"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C518DAB1-9D25-4DCE-B05B-267202E218BF}">
      <dgm:prSet/>
      <dgm:spPr/>
      <dgm:t>
        <a:bodyPr/>
        <a:lstStyle/>
        <a:p>
          <a:r>
            <a:rPr lang="en-US"/>
            <a:t>Needs good planning and design. </a:t>
          </a:r>
        </a:p>
      </dgm:t>
    </dgm:pt>
    <dgm:pt modelId="{DC841B3A-04C6-4258-88CE-BE300EEF4950}" type="parTrans" cxnId="{75F79A3E-AF7C-4C2D-96C7-A43CC0638CC0}">
      <dgm:prSet/>
      <dgm:spPr/>
      <dgm:t>
        <a:bodyPr/>
        <a:lstStyle/>
        <a:p>
          <a:endParaRPr lang="en-US"/>
        </a:p>
      </dgm:t>
    </dgm:pt>
    <dgm:pt modelId="{90D48A04-B5C0-4528-B55E-20D200AF57D5}" type="sibTrans" cxnId="{75F79A3E-AF7C-4C2D-96C7-A43CC0638CC0}">
      <dgm:prSet/>
      <dgm:spPr/>
      <dgm:t>
        <a:bodyPr/>
        <a:lstStyle/>
        <a:p>
          <a:endParaRPr lang="en-US"/>
        </a:p>
      </dgm:t>
    </dgm:pt>
    <dgm:pt modelId="{2380ED9F-6878-4A1B-BD43-AB167B4D900F}">
      <dgm:prSet/>
      <dgm:spPr/>
      <dgm:t>
        <a:bodyPr/>
        <a:lstStyle/>
        <a:p>
          <a:r>
            <a:rPr lang="en-US"/>
            <a:t>Needs a clear and complete definition of the whole system before it can be broken down and built incrementally. </a:t>
          </a:r>
        </a:p>
      </dgm:t>
    </dgm:pt>
    <dgm:pt modelId="{9E206746-7CED-44F6-BC65-2C441E00A599}" type="parTrans" cxnId="{7B816CEE-F7F3-487C-BABF-50D6FA881A0B}">
      <dgm:prSet/>
      <dgm:spPr/>
      <dgm:t>
        <a:bodyPr/>
        <a:lstStyle/>
        <a:p>
          <a:endParaRPr lang="en-US"/>
        </a:p>
      </dgm:t>
    </dgm:pt>
    <dgm:pt modelId="{6CF85370-679D-46FF-9631-FCF432EFDDCF}" type="sibTrans" cxnId="{7B816CEE-F7F3-487C-BABF-50D6FA881A0B}">
      <dgm:prSet/>
      <dgm:spPr/>
      <dgm:t>
        <a:bodyPr/>
        <a:lstStyle/>
        <a:p>
          <a:endParaRPr lang="en-US"/>
        </a:p>
      </dgm:t>
    </dgm:pt>
    <dgm:pt modelId="{2BB2036A-F4E4-4AB8-9149-91BF16F4D341}">
      <dgm:prSet/>
      <dgm:spPr/>
      <dgm:t>
        <a:bodyPr/>
        <a:lstStyle/>
        <a:p>
          <a:r>
            <a:rPr lang="en-US"/>
            <a:t>Total cost is higher than </a:t>
          </a:r>
          <a:r>
            <a:rPr lang="en-US">
              <a:hlinkClick xmlns:r="http://schemas.openxmlformats.org/officeDocument/2006/relationships" r:id="rId1"/>
            </a:rPr>
            <a:t>waterfall</a:t>
          </a:r>
          <a:r>
            <a:rPr lang="en-US"/>
            <a:t>.</a:t>
          </a:r>
        </a:p>
      </dgm:t>
    </dgm:pt>
    <dgm:pt modelId="{310B683B-DEDA-4576-B119-A8AF34BC7C27}" type="parTrans" cxnId="{09F42E39-836E-4884-8E7B-771742545DF9}">
      <dgm:prSet/>
      <dgm:spPr/>
      <dgm:t>
        <a:bodyPr/>
        <a:lstStyle/>
        <a:p>
          <a:endParaRPr lang="en-US"/>
        </a:p>
      </dgm:t>
    </dgm:pt>
    <dgm:pt modelId="{E7245A28-15B3-4E2D-8AB7-C31C5CB941F7}" type="sibTrans" cxnId="{09F42E39-836E-4884-8E7B-771742545DF9}">
      <dgm:prSet/>
      <dgm:spPr/>
      <dgm:t>
        <a:bodyPr/>
        <a:lstStyle/>
        <a:p>
          <a:endParaRPr lang="en-US"/>
        </a:p>
      </dgm:t>
    </dgm:pt>
    <dgm:pt modelId="{665455B7-298A-411F-B0FE-CBEE5C200C48}" type="pres">
      <dgm:prSet presAssocID="{01C5E95B-2C0A-47C8-B7DD-E3B0116A0CCD}" presName="outerComposite" presStyleCnt="0">
        <dgm:presLayoutVars>
          <dgm:chMax val="5"/>
          <dgm:dir/>
          <dgm:resizeHandles val="exact"/>
        </dgm:presLayoutVars>
      </dgm:prSet>
      <dgm:spPr/>
    </dgm:pt>
    <dgm:pt modelId="{B68219AB-FB08-4C7F-B379-8405920C61E5}" type="pres">
      <dgm:prSet presAssocID="{01C5E95B-2C0A-47C8-B7DD-E3B0116A0CCD}" presName="dummyMaxCanvas" presStyleCnt="0">
        <dgm:presLayoutVars/>
      </dgm:prSet>
      <dgm:spPr/>
    </dgm:pt>
    <dgm:pt modelId="{BA1C4297-5F0F-4AFC-9E7D-EEEACF010527}" type="pres">
      <dgm:prSet presAssocID="{01C5E95B-2C0A-47C8-B7DD-E3B0116A0CCD}" presName="ThreeNodes_1" presStyleLbl="node1" presStyleIdx="0" presStyleCnt="3">
        <dgm:presLayoutVars>
          <dgm:bulletEnabled val="1"/>
        </dgm:presLayoutVars>
      </dgm:prSet>
      <dgm:spPr/>
    </dgm:pt>
    <dgm:pt modelId="{12294130-8871-49EC-99CA-0C98CD98114C}" type="pres">
      <dgm:prSet presAssocID="{01C5E95B-2C0A-47C8-B7DD-E3B0116A0CCD}" presName="ThreeNodes_2" presStyleLbl="node1" presStyleIdx="1" presStyleCnt="3">
        <dgm:presLayoutVars>
          <dgm:bulletEnabled val="1"/>
        </dgm:presLayoutVars>
      </dgm:prSet>
      <dgm:spPr/>
    </dgm:pt>
    <dgm:pt modelId="{DF413AD0-1825-46DC-82AA-F166E6406B2D}" type="pres">
      <dgm:prSet presAssocID="{01C5E95B-2C0A-47C8-B7DD-E3B0116A0CCD}" presName="ThreeNodes_3" presStyleLbl="node1" presStyleIdx="2" presStyleCnt="3">
        <dgm:presLayoutVars>
          <dgm:bulletEnabled val="1"/>
        </dgm:presLayoutVars>
      </dgm:prSet>
      <dgm:spPr/>
    </dgm:pt>
    <dgm:pt modelId="{7CA2F33E-21C8-4ACF-B65C-871CCA5D8671}" type="pres">
      <dgm:prSet presAssocID="{01C5E95B-2C0A-47C8-B7DD-E3B0116A0CCD}" presName="ThreeConn_1-2" presStyleLbl="fgAccFollowNode1" presStyleIdx="0" presStyleCnt="2">
        <dgm:presLayoutVars>
          <dgm:bulletEnabled val="1"/>
        </dgm:presLayoutVars>
      </dgm:prSet>
      <dgm:spPr/>
    </dgm:pt>
    <dgm:pt modelId="{58FDB36F-1F63-436E-8EC9-8EB6B00CC572}" type="pres">
      <dgm:prSet presAssocID="{01C5E95B-2C0A-47C8-B7DD-E3B0116A0CCD}" presName="ThreeConn_2-3" presStyleLbl="fgAccFollowNode1" presStyleIdx="1" presStyleCnt="2">
        <dgm:presLayoutVars>
          <dgm:bulletEnabled val="1"/>
        </dgm:presLayoutVars>
      </dgm:prSet>
      <dgm:spPr/>
    </dgm:pt>
    <dgm:pt modelId="{06ACFA20-B656-45EE-AF03-F5043F07BAB2}" type="pres">
      <dgm:prSet presAssocID="{01C5E95B-2C0A-47C8-B7DD-E3B0116A0CCD}" presName="ThreeNodes_1_text" presStyleLbl="node1" presStyleIdx="2" presStyleCnt="3">
        <dgm:presLayoutVars>
          <dgm:bulletEnabled val="1"/>
        </dgm:presLayoutVars>
      </dgm:prSet>
      <dgm:spPr/>
    </dgm:pt>
    <dgm:pt modelId="{14903C44-2462-4020-8812-56C620DC184A}" type="pres">
      <dgm:prSet presAssocID="{01C5E95B-2C0A-47C8-B7DD-E3B0116A0CCD}" presName="ThreeNodes_2_text" presStyleLbl="node1" presStyleIdx="2" presStyleCnt="3">
        <dgm:presLayoutVars>
          <dgm:bulletEnabled val="1"/>
        </dgm:presLayoutVars>
      </dgm:prSet>
      <dgm:spPr/>
    </dgm:pt>
    <dgm:pt modelId="{BAB80256-B7D1-430B-8662-0376ECDB41BB}" type="pres">
      <dgm:prSet presAssocID="{01C5E95B-2C0A-47C8-B7DD-E3B0116A0CCD}" presName="ThreeNodes_3_text" presStyleLbl="node1" presStyleIdx="2" presStyleCnt="3">
        <dgm:presLayoutVars>
          <dgm:bulletEnabled val="1"/>
        </dgm:presLayoutVars>
      </dgm:prSet>
      <dgm:spPr/>
    </dgm:pt>
  </dgm:ptLst>
  <dgm:cxnLst>
    <dgm:cxn modelId="{4C176E05-4EB6-4F5F-9EFE-F97B6A83066C}" type="presOf" srcId="{2BB2036A-F4E4-4AB8-9149-91BF16F4D341}" destId="{BAB80256-B7D1-430B-8662-0376ECDB41BB}" srcOrd="1" destOrd="0" presId="urn:microsoft.com/office/officeart/2005/8/layout/vProcess5"/>
    <dgm:cxn modelId="{F9B5842F-9BD7-47FF-8779-7696F661DF7E}" type="presOf" srcId="{C518DAB1-9D25-4DCE-B05B-267202E218BF}" destId="{BA1C4297-5F0F-4AFC-9E7D-EEEACF010527}" srcOrd="0" destOrd="0" presId="urn:microsoft.com/office/officeart/2005/8/layout/vProcess5"/>
    <dgm:cxn modelId="{09F42E39-836E-4884-8E7B-771742545DF9}" srcId="{01C5E95B-2C0A-47C8-B7DD-E3B0116A0CCD}" destId="{2BB2036A-F4E4-4AB8-9149-91BF16F4D341}" srcOrd="2" destOrd="0" parTransId="{310B683B-DEDA-4576-B119-A8AF34BC7C27}" sibTransId="{E7245A28-15B3-4E2D-8AB7-C31C5CB941F7}"/>
    <dgm:cxn modelId="{75F79A3E-AF7C-4C2D-96C7-A43CC0638CC0}" srcId="{01C5E95B-2C0A-47C8-B7DD-E3B0116A0CCD}" destId="{C518DAB1-9D25-4DCE-B05B-267202E218BF}" srcOrd="0" destOrd="0" parTransId="{DC841B3A-04C6-4258-88CE-BE300EEF4950}" sibTransId="{90D48A04-B5C0-4528-B55E-20D200AF57D5}"/>
    <dgm:cxn modelId="{EADAA163-DFDD-45D1-B8A2-0C776BBE6238}" type="presOf" srcId="{01C5E95B-2C0A-47C8-B7DD-E3B0116A0CCD}" destId="{665455B7-298A-411F-B0FE-CBEE5C200C48}" srcOrd="0" destOrd="0" presId="urn:microsoft.com/office/officeart/2005/8/layout/vProcess5"/>
    <dgm:cxn modelId="{9E415B93-D324-4B31-A4B4-0B992399DE7D}" type="presOf" srcId="{90D48A04-B5C0-4528-B55E-20D200AF57D5}" destId="{7CA2F33E-21C8-4ACF-B65C-871CCA5D8671}" srcOrd="0" destOrd="0" presId="urn:microsoft.com/office/officeart/2005/8/layout/vProcess5"/>
    <dgm:cxn modelId="{5F03E5A8-9396-4D06-A44C-F9224A6BE54A}" type="presOf" srcId="{2380ED9F-6878-4A1B-BD43-AB167B4D900F}" destId="{14903C44-2462-4020-8812-56C620DC184A}" srcOrd="1" destOrd="0" presId="urn:microsoft.com/office/officeart/2005/8/layout/vProcess5"/>
    <dgm:cxn modelId="{177589AC-8C05-4ADD-B1CF-828E204E30CF}" type="presOf" srcId="{2380ED9F-6878-4A1B-BD43-AB167B4D900F}" destId="{12294130-8871-49EC-99CA-0C98CD98114C}" srcOrd="0" destOrd="0" presId="urn:microsoft.com/office/officeart/2005/8/layout/vProcess5"/>
    <dgm:cxn modelId="{AEDCFBB1-FBE8-4719-B03C-17CCDC2FFA58}" type="presOf" srcId="{C518DAB1-9D25-4DCE-B05B-267202E218BF}" destId="{06ACFA20-B656-45EE-AF03-F5043F07BAB2}" srcOrd="1" destOrd="0" presId="urn:microsoft.com/office/officeart/2005/8/layout/vProcess5"/>
    <dgm:cxn modelId="{D5B216C2-B244-44D6-9756-BBCB10EC0A8D}" type="presOf" srcId="{2BB2036A-F4E4-4AB8-9149-91BF16F4D341}" destId="{DF413AD0-1825-46DC-82AA-F166E6406B2D}" srcOrd="0" destOrd="0" presId="urn:microsoft.com/office/officeart/2005/8/layout/vProcess5"/>
    <dgm:cxn modelId="{7B816CEE-F7F3-487C-BABF-50D6FA881A0B}" srcId="{01C5E95B-2C0A-47C8-B7DD-E3B0116A0CCD}" destId="{2380ED9F-6878-4A1B-BD43-AB167B4D900F}" srcOrd="1" destOrd="0" parTransId="{9E206746-7CED-44F6-BC65-2C441E00A599}" sibTransId="{6CF85370-679D-46FF-9631-FCF432EFDDCF}"/>
    <dgm:cxn modelId="{77D491F6-89F4-424C-BB88-EAED5AE61CF6}" type="presOf" srcId="{6CF85370-679D-46FF-9631-FCF432EFDDCF}" destId="{58FDB36F-1F63-436E-8EC9-8EB6B00CC572}" srcOrd="0" destOrd="0" presId="urn:microsoft.com/office/officeart/2005/8/layout/vProcess5"/>
    <dgm:cxn modelId="{E07E1051-3594-4D1B-826C-BAC2ED809FCF}" type="presParOf" srcId="{665455B7-298A-411F-B0FE-CBEE5C200C48}" destId="{B68219AB-FB08-4C7F-B379-8405920C61E5}" srcOrd="0" destOrd="0" presId="urn:microsoft.com/office/officeart/2005/8/layout/vProcess5"/>
    <dgm:cxn modelId="{70052DD4-A0B3-4F48-8B3C-B9B4E90B6E04}" type="presParOf" srcId="{665455B7-298A-411F-B0FE-CBEE5C200C48}" destId="{BA1C4297-5F0F-4AFC-9E7D-EEEACF010527}" srcOrd="1" destOrd="0" presId="urn:microsoft.com/office/officeart/2005/8/layout/vProcess5"/>
    <dgm:cxn modelId="{6B5D492C-2631-40CE-8B35-9B867DB6DC33}" type="presParOf" srcId="{665455B7-298A-411F-B0FE-CBEE5C200C48}" destId="{12294130-8871-49EC-99CA-0C98CD98114C}" srcOrd="2" destOrd="0" presId="urn:microsoft.com/office/officeart/2005/8/layout/vProcess5"/>
    <dgm:cxn modelId="{1911AE4D-71E7-42D8-8A68-6535DCD6A3E4}" type="presParOf" srcId="{665455B7-298A-411F-B0FE-CBEE5C200C48}" destId="{DF413AD0-1825-46DC-82AA-F166E6406B2D}" srcOrd="3" destOrd="0" presId="urn:microsoft.com/office/officeart/2005/8/layout/vProcess5"/>
    <dgm:cxn modelId="{2CD0AA97-47C4-4E7B-82A3-0C0CF5DFB435}" type="presParOf" srcId="{665455B7-298A-411F-B0FE-CBEE5C200C48}" destId="{7CA2F33E-21C8-4ACF-B65C-871CCA5D8671}" srcOrd="4" destOrd="0" presId="urn:microsoft.com/office/officeart/2005/8/layout/vProcess5"/>
    <dgm:cxn modelId="{74E37288-445E-4DFF-8BC0-F2833371C08D}" type="presParOf" srcId="{665455B7-298A-411F-B0FE-CBEE5C200C48}" destId="{58FDB36F-1F63-436E-8EC9-8EB6B00CC572}" srcOrd="5" destOrd="0" presId="urn:microsoft.com/office/officeart/2005/8/layout/vProcess5"/>
    <dgm:cxn modelId="{E6A45BE2-5576-416D-AB94-B41A963FC0A7}" type="presParOf" srcId="{665455B7-298A-411F-B0FE-CBEE5C200C48}" destId="{06ACFA20-B656-45EE-AF03-F5043F07BAB2}" srcOrd="6" destOrd="0" presId="urn:microsoft.com/office/officeart/2005/8/layout/vProcess5"/>
    <dgm:cxn modelId="{936AADD9-D90C-4148-A825-83F0C19B3F57}" type="presParOf" srcId="{665455B7-298A-411F-B0FE-CBEE5C200C48}" destId="{14903C44-2462-4020-8812-56C620DC184A}" srcOrd="7" destOrd="0" presId="urn:microsoft.com/office/officeart/2005/8/layout/vProcess5"/>
    <dgm:cxn modelId="{71218AE6-10FF-4C63-B375-D5E7AC9336E5}" type="presParOf" srcId="{665455B7-298A-411F-B0FE-CBEE5C200C48}" destId="{BAB80256-B7D1-430B-8662-0376ECDB41BB}"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E9ED241-97C8-4CB2-AC99-49A5E555D10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C1DE14E-ADE6-4F7D-A53D-038ED800FDF8}">
      <dgm:prSet/>
      <dgm:spPr/>
      <dgm:t>
        <a:bodyPr/>
        <a:lstStyle/>
        <a:p>
          <a:pPr>
            <a:lnSpc>
              <a:spcPct val="100000"/>
            </a:lnSpc>
          </a:pPr>
          <a:r>
            <a:rPr lang="en-US"/>
            <a:t>Requirements of the complete system are clearly defined and understood. </a:t>
          </a:r>
        </a:p>
      </dgm:t>
    </dgm:pt>
    <dgm:pt modelId="{5D3F7E5A-1033-4F51-93A6-729A62DBC4B4}" type="parTrans" cxnId="{ACD40A20-B939-42EB-941D-DC6FB700EFF9}">
      <dgm:prSet/>
      <dgm:spPr/>
      <dgm:t>
        <a:bodyPr/>
        <a:lstStyle/>
        <a:p>
          <a:endParaRPr lang="en-US"/>
        </a:p>
      </dgm:t>
    </dgm:pt>
    <dgm:pt modelId="{FC2C5C71-E5D8-48F5-8057-126AC7756532}" type="sibTrans" cxnId="{ACD40A20-B939-42EB-941D-DC6FB700EFF9}">
      <dgm:prSet/>
      <dgm:spPr/>
      <dgm:t>
        <a:bodyPr/>
        <a:lstStyle/>
        <a:p>
          <a:endParaRPr lang="en-US"/>
        </a:p>
      </dgm:t>
    </dgm:pt>
    <dgm:pt modelId="{E549F49E-9B41-4BA2-8CB0-4B440B9B1B8C}">
      <dgm:prSet/>
      <dgm:spPr/>
      <dgm:t>
        <a:bodyPr/>
        <a:lstStyle/>
        <a:p>
          <a:pPr>
            <a:lnSpc>
              <a:spcPct val="100000"/>
            </a:lnSpc>
          </a:pPr>
          <a:r>
            <a:rPr lang="en-US"/>
            <a:t>Major requirements must be defined; however, some details can evolve with time. </a:t>
          </a:r>
        </a:p>
      </dgm:t>
    </dgm:pt>
    <dgm:pt modelId="{5B2C0632-6092-4C7E-AA56-18CD43F6A622}" type="parTrans" cxnId="{BF343779-5E4B-401C-99CB-2D50C4057676}">
      <dgm:prSet/>
      <dgm:spPr/>
      <dgm:t>
        <a:bodyPr/>
        <a:lstStyle/>
        <a:p>
          <a:endParaRPr lang="en-US"/>
        </a:p>
      </dgm:t>
    </dgm:pt>
    <dgm:pt modelId="{271C7AA7-D107-4C6C-BE42-6F94564F3C4E}" type="sibTrans" cxnId="{BF343779-5E4B-401C-99CB-2D50C4057676}">
      <dgm:prSet/>
      <dgm:spPr/>
      <dgm:t>
        <a:bodyPr/>
        <a:lstStyle/>
        <a:p>
          <a:endParaRPr lang="en-US"/>
        </a:p>
      </dgm:t>
    </dgm:pt>
    <dgm:pt modelId="{EC4DF80B-59B3-4567-9CF7-EB51D88935F5}">
      <dgm:prSet/>
      <dgm:spPr/>
      <dgm:t>
        <a:bodyPr/>
        <a:lstStyle/>
        <a:p>
          <a:pPr>
            <a:lnSpc>
              <a:spcPct val="100000"/>
            </a:lnSpc>
          </a:pPr>
          <a:r>
            <a:rPr lang="en-US"/>
            <a:t>There is a need to get a product to the market early.</a:t>
          </a:r>
        </a:p>
      </dgm:t>
    </dgm:pt>
    <dgm:pt modelId="{DBB48B67-91F7-430E-A9BB-4E8C774F4419}" type="parTrans" cxnId="{42CC92F2-5DFF-483F-9C06-A8071F5C18D6}">
      <dgm:prSet/>
      <dgm:spPr/>
      <dgm:t>
        <a:bodyPr/>
        <a:lstStyle/>
        <a:p>
          <a:endParaRPr lang="en-US"/>
        </a:p>
      </dgm:t>
    </dgm:pt>
    <dgm:pt modelId="{9D4BA7EC-6A42-4040-BFBE-987738281F82}" type="sibTrans" cxnId="{42CC92F2-5DFF-483F-9C06-A8071F5C18D6}">
      <dgm:prSet/>
      <dgm:spPr/>
      <dgm:t>
        <a:bodyPr/>
        <a:lstStyle/>
        <a:p>
          <a:endParaRPr lang="en-US"/>
        </a:p>
      </dgm:t>
    </dgm:pt>
    <dgm:pt modelId="{C8B6A3A8-AE30-4B57-8C7E-4430992CB3BC}">
      <dgm:prSet/>
      <dgm:spPr/>
      <dgm:t>
        <a:bodyPr/>
        <a:lstStyle/>
        <a:p>
          <a:pPr>
            <a:lnSpc>
              <a:spcPct val="100000"/>
            </a:lnSpc>
          </a:pPr>
          <a:r>
            <a:rPr lang="en-US"/>
            <a:t>A new technology is being used</a:t>
          </a:r>
        </a:p>
      </dgm:t>
    </dgm:pt>
    <dgm:pt modelId="{AE9A6CA5-AFC6-483F-946B-503FD7DD11D7}" type="parTrans" cxnId="{0222C47B-9CD5-41F5-9C6F-938BA030E6F5}">
      <dgm:prSet/>
      <dgm:spPr/>
      <dgm:t>
        <a:bodyPr/>
        <a:lstStyle/>
        <a:p>
          <a:endParaRPr lang="en-US"/>
        </a:p>
      </dgm:t>
    </dgm:pt>
    <dgm:pt modelId="{F8348BAB-D803-4AA1-9785-A307F5B52CCF}" type="sibTrans" cxnId="{0222C47B-9CD5-41F5-9C6F-938BA030E6F5}">
      <dgm:prSet/>
      <dgm:spPr/>
      <dgm:t>
        <a:bodyPr/>
        <a:lstStyle/>
        <a:p>
          <a:endParaRPr lang="en-US"/>
        </a:p>
      </dgm:t>
    </dgm:pt>
    <dgm:pt modelId="{4D65289B-9CBC-4BC7-A0A1-0AE66917F9CB}">
      <dgm:prSet/>
      <dgm:spPr/>
      <dgm:t>
        <a:bodyPr/>
        <a:lstStyle/>
        <a:p>
          <a:pPr>
            <a:lnSpc>
              <a:spcPct val="100000"/>
            </a:lnSpc>
          </a:pPr>
          <a:r>
            <a:rPr lang="en-US"/>
            <a:t>Resources with needed skill set are not available</a:t>
          </a:r>
        </a:p>
      </dgm:t>
    </dgm:pt>
    <dgm:pt modelId="{09263486-36CD-412B-B31F-100CF85A9A51}" type="parTrans" cxnId="{3E185321-B0B6-465D-BF1A-D13A1F8C6BBB}">
      <dgm:prSet/>
      <dgm:spPr/>
      <dgm:t>
        <a:bodyPr/>
        <a:lstStyle/>
        <a:p>
          <a:endParaRPr lang="en-US"/>
        </a:p>
      </dgm:t>
    </dgm:pt>
    <dgm:pt modelId="{1090B92C-8C09-4FD8-A9D3-66F453271516}" type="sibTrans" cxnId="{3E185321-B0B6-465D-BF1A-D13A1F8C6BBB}">
      <dgm:prSet/>
      <dgm:spPr/>
      <dgm:t>
        <a:bodyPr/>
        <a:lstStyle/>
        <a:p>
          <a:endParaRPr lang="en-US"/>
        </a:p>
      </dgm:t>
    </dgm:pt>
    <dgm:pt modelId="{11B707A8-ADC9-4774-82DE-1486BB2FDEFA}">
      <dgm:prSet/>
      <dgm:spPr/>
      <dgm:t>
        <a:bodyPr/>
        <a:lstStyle/>
        <a:p>
          <a:pPr>
            <a:lnSpc>
              <a:spcPct val="100000"/>
            </a:lnSpc>
          </a:pPr>
          <a:r>
            <a:rPr lang="en-US"/>
            <a:t>There are some high risk features and goals.</a:t>
          </a:r>
        </a:p>
      </dgm:t>
    </dgm:pt>
    <dgm:pt modelId="{D87E3480-6B02-4B2B-B74F-BF5F718550F5}" type="parTrans" cxnId="{FF47A5A7-A746-49D0-9D35-5F7154ED11D4}">
      <dgm:prSet/>
      <dgm:spPr/>
      <dgm:t>
        <a:bodyPr/>
        <a:lstStyle/>
        <a:p>
          <a:endParaRPr lang="en-US"/>
        </a:p>
      </dgm:t>
    </dgm:pt>
    <dgm:pt modelId="{0434E503-B92C-4125-BCC2-DF2E35A35E0B}" type="sibTrans" cxnId="{FF47A5A7-A746-49D0-9D35-5F7154ED11D4}">
      <dgm:prSet/>
      <dgm:spPr/>
      <dgm:t>
        <a:bodyPr/>
        <a:lstStyle/>
        <a:p>
          <a:endParaRPr lang="en-US"/>
        </a:p>
      </dgm:t>
    </dgm:pt>
    <dgm:pt modelId="{BDE8BDDE-B2C3-4F2A-957B-24CCB2D77D04}" type="pres">
      <dgm:prSet presAssocID="{8E9ED241-97C8-4CB2-AC99-49A5E555D109}" presName="root" presStyleCnt="0">
        <dgm:presLayoutVars>
          <dgm:dir/>
          <dgm:resizeHandles val="exact"/>
        </dgm:presLayoutVars>
      </dgm:prSet>
      <dgm:spPr/>
    </dgm:pt>
    <dgm:pt modelId="{37322417-3750-40DA-A5CF-AF683A5A94CD}" type="pres">
      <dgm:prSet presAssocID="{8C1DE14E-ADE6-4F7D-A53D-038ED800FDF8}" presName="compNode" presStyleCnt="0"/>
      <dgm:spPr/>
    </dgm:pt>
    <dgm:pt modelId="{1365A0EB-A1A2-4C8C-BFE1-6D6CCB92F501}" type="pres">
      <dgm:prSet presAssocID="{8C1DE14E-ADE6-4F7D-A53D-038ED800FDF8}" presName="bgRect" presStyleLbl="bgShp" presStyleIdx="0" presStyleCnt="6"/>
      <dgm:spPr/>
    </dgm:pt>
    <dgm:pt modelId="{0262E3A9-70EC-4E34-B4E3-6FC5690EDAAE}" type="pres">
      <dgm:prSet presAssocID="{8C1DE14E-ADE6-4F7D-A53D-038ED800FDF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DD6CC61A-BDF8-4DBA-BC69-0FEA6F9CAB4F}" type="pres">
      <dgm:prSet presAssocID="{8C1DE14E-ADE6-4F7D-A53D-038ED800FDF8}" presName="spaceRect" presStyleCnt="0"/>
      <dgm:spPr/>
    </dgm:pt>
    <dgm:pt modelId="{366DD796-AEFD-4453-99D8-DBC7302A7DC1}" type="pres">
      <dgm:prSet presAssocID="{8C1DE14E-ADE6-4F7D-A53D-038ED800FDF8}" presName="parTx" presStyleLbl="revTx" presStyleIdx="0" presStyleCnt="6">
        <dgm:presLayoutVars>
          <dgm:chMax val="0"/>
          <dgm:chPref val="0"/>
        </dgm:presLayoutVars>
      </dgm:prSet>
      <dgm:spPr/>
    </dgm:pt>
    <dgm:pt modelId="{1E86E0B6-BD1C-4D8A-BC7F-184644588599}" type="pres">
      <dgm:prSet presAssocID="{FC2C5C71-E5D8-48F5-8057-126AC7756532}" presName="sibTrans" presStyleCnt="0"/>
      <dgm:spPr/>
    </dgm:pt>
    <dgm:pt modelId="{9CD834FF-C1A9-4E55-A368-1B85C8E53AFD}" type="pres">
      <dgm:prSet presAssocID="{E549F49E-9B41-4BA2-8CB0-4B440B9B1B8C}" presName="compNode" presStyleCnt="0"/>
      <dgm:spPr/>
    </dgm:pt>
    <dgm:pt modelId="{07268914-C1F3-4A1B-8848-67FFC1733986}" type="pres">
      <dgm:prSet presAssocID="{E549F49E-9B41-4BA2-8CB0-4B440B9B1B8C}" presName="bgRect" presStyleLbl="bgShp" presStyleIdx="1" presStyleCnt="6"/>
      <dgm:spPr/>
    </dgm:pt>
    <dgm:pt modelId="{5D86EF09-0E58-4246-9389-DE92F6A7F5FE}" type="pres">
      <dgm:prSet presAssocID="{E549F49E-9B41-4BA2-8CB0-4B440B9B1B8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orkflow"/>
        </a:ext>
      </dgm:extLst>
    </dgm:pt>
    <dgm:pt modelId="{BB20BBCF-3997-4ECC-B12D-BCA4484D5B01}" type="pres">
      <dgm:prSet presAssocID="{E549F49E-9B41-4BA2-8CB0-4B440B9B1B8C}" presName="spaceRect" presStyleCnt="0"/>
      <dgm:spPr/>
    </dgm:pt>
    <dgm:pt modelId="{37F94709-E237-4E49-AB9E-1F5E29F1F604}" type="pres">
      <dgm:prSet presAssocID="{E549F49E-9B41-4BA2-8CB0-4B440B9B1B8C}" presName="parTx" presStyleLbl="revTx" presStyleIdx="1" presStyleCnt="6">
        <dgm:presLayoutVars>
          <dgm:chMax val="0"/>
          <dgm:chPref val="0"/>
        </dgm:presLayoutVars>
      </dgm:prSet>
      <dgm:spPr/>
    </dgm:pt>
    <dgm:pt modelId="{47ACE814-1D89-45B9-9A37-FBDBDE50CEE3}" type="pres">
      <dgm:prSet presAssocID="{271C7AA7-D107-4C6C-BE42-6F94564F3C4E}" presName="sibTrans" presStyleCnt="0"/>
      <dgm:spPr/>
    </dgm:pt>
    <dgm:pt modelId="{5E175189-6F72-4461-B2C1-C8E452F827AA}" type="pres">
      <dgm:prSet presAssocID="{EC4DF80B-59B3-4567-9CF7-EB51D88935F5}" presName="compNode" presStyleCnt="0"/>
      <dgm:spPr/>
    </dgm:pt>
    <dgm:pt modelId="{7F76EB2E-E05D-42A9-8487-856E7EAFD01E}" type="pres">
      <dgm:prSet presAssocID="{EC4DF80B-59B3-4567-9CF7-EB51D88935F5}" presName="bgRect" presStyleLbl="bgShp" presStyleIdx="2" presStyleCnt="6"/>
      <dgm:spPr/>
    </dgm:pt>
    <dgm:pt modelId="{7C8FE7C1-98BB-478C-A9BB-3052652324A6}" type="pres">
      <dgm:prSet presAssocID="{EC4DF80B-59B3-4567-9CF7-EB51D88935F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hopping cart"/>
        </a:ext>
      </dgm:extLst>
    </dgm:pt>
    <dgm:pt modelId="{9EFCABAA-E543-4A0C-815E-78E9690125A1}" type="pres">
      <dgm:prSet presAssocID="{EC4DF80B-59B3-4567-9CF7-EB51D88935F5}" presName="spaceRect" presStyleCnt="0"/>
      <dgm:spPr/>
    </dgm:pt>
    <dgm:pt modelId="{29DA9DB8-1034-4D6E-BA40-E9720C694A6B}" type="pres">
      <dgm:prSet presAssocID="{EC4DF80B-59B3-4567-9CF7-EB51D88935F5}" presName="parTx" presStyleLbl="revTx" presStyleIdx="2" presStyleCnt="6">
        <dgm:presLayoutVars>
          <dgm:chMax val="0"/>
          <dgm:chPref val="0"/>
        </dgm:presLayoutVars>
      </dgm:prSet>
      <dgm:spPr/>
    </dgm:pt>
    <dgm:pt modelId="{FDED08C5-F668-4889-A1D3-4575FA5951F3}" type="pres">
      <dgm:prSet presAssocID="{9D4BA7EC-6A42-4040-BFBE-987738281F82}" presName="sibTrans" presStyleCnt="0"/>
      <dgm:spPr/>
    </dgm:pt>
    <dgm:pt modelId="{A03D6056-B4B0-49B8-8B7E-8E5DFFAF6794}" type="pres">
      <dgm:prSet presAssocID="{C8B6A3A8-AE30-4B57-8C7E-4430992CB3BC}" presName="compNode" presStyleCnt="0"/>
      <dgm:spPr/>
    </dgm:pt>
    <dgm:pt modelId="{BECE9CCE-C7E6-4328-AF73-5740D70533CB}" type="pres">
      <dgm:prSet presAssocID="{C8B6A3A8-AE30-4B57-8C7E-4430992CB3BC}" presName="bgRect" presStyleLbl="bgShp" presStyleIdx="3" presStyleCnt="6"/>
      <dgm:spPr/>
    </dgm:pt>
    <dgm:pt modelId="{BF668A1B-FC4F-4BE8-85F3-73ADC3A344B8}" type="pres">
      <dgm:prSet presAssocID="{C8B6A3A8-AE30-4B57-8C7E-4430992CB3BC}"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mputer"/>
        </a:ext>
      </dgm:extLst>
    </dgm:pt>
    <dgm:pt modelId="{9727415F-9E8B-4F4C-88FD-CB191EBC79D9}" type="pres">
      <dgm:prSet presAssocID="{C8B6A3A8-AE30-4B57-8C7E-4430992CB3BC}" presName="spaceRect" presStyleCnt="0"/>
      <dgm:spPr/>
    </dgm:pt>
    <dgm:pt modelId="{8212A55A-8F6C-4380-9524-98659F2F0BDA}" type="pres">
      <dgm:prSet presAssocID="{C8B6A3A8-AE30-4B57-8C7E-4430992CB3BC}" presName="parTx" presStyleLbl="revTx" presStyleIdx="3" presStyleCnt="6">
        <dgm:presLayoutVars>
          <dgm:chMax val="0"/>
          <dgm:chPref val="0"/>
        </dgm:presLayoutVars>
      </dgm:prSet>
      <dgm:spPr/>
    </dgm:pt>
    <dgm:pt modelId="{12BF0119-5E2C-40ED-9665-204FBCDCE078}" type="pres">
      <dgm:prSet presAssocID="{F8348BAB-D803-4AA1-9785-A307F5B52CCF}" presName="sibTrans" presStyleCnt="0"/>
      <dgm:spPr/>
    </dgm:pt>
    <dgm:pt modelId="{497DCE55-427E-4EAF-9C0F-0D92AAED919C}" type="pres">
      <dgm:prSet presAssocID="{4D65289B-9CBC-4BC7-A0A1-0AE66917F9CB}" presName="compNode" presStyleCnt="0"/>
      <dgm:spPr/>
    </dgm:pt>
    <dgm:pt modelId="{56614EE3-14BA-4940-9C49-D6F3EFC62217}" type="pres">
      <dgm:prSet presAssocID="{4D65289B-9CBC-4BC7-A0A1-0AE66917F9CB}" presName="bgRect" presStyleLbl="bgShp" presStyleIdx="4" presStyleCnt="6"/>
      <dgm:spPr/>
    </dgm:pt>
    <dgm:pt modelId="{6B25A05F-56B3-4974-85BD-05554B213836}" type="pres">
      <dgm:prSet presAssocID="{4D65289B-9CBC-4BC7-A0A1-0AE66917F9CB}"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Head with Gears"/>
        </a:ext>
      </dgm:extLst>
    </dgm:pt>
    <dgm:pt modelId="{31D8792E-621E-4507-9FF4-A1C105C942A2}" type="pres">
      <dgm:prSet presAssocID="{4D65289B-9CBC-4BC7-A0A1-0AE66917F9CB}" presName="spaceRect" presStyleCnt="0"/>
      <dgm:spPr/>
    </dgm:pt>
    <dgm:pt modelId="{A931AF1E-0EA8-4F35-A4CD-D8879917B366}" type="pres">
      <dgm:prSet presAssocID="{4D65289B-9CBC-4BC7-A0A1-0AE66917F9CB}" presName="parTx" presStyleLbl="revTx" presStyleIdx="4" presStyleCnt="6">
        <dgm:presLayoutVars>
          <dgm:chMax val="0"/>
          <dgm:chPref val="0"/>
        </dgm:presLayoutVars>
      </dgm:prSet>
      <dgm:spPr/>
    </dgm:pt>
    <dgm:pt modelId="{908E5B89-0B42-4F07-9595-7CC093F0A10B}" type="pres">
      <dgm:prSet presAssocID="{1090B92C-8C09-4FD8-A9D3-66F453271516}" presName="sibTrans" presStyleCnt="0"/>
      <dgm:spPr/>
    </dgm:pt>
    <dgm:pt modelId="{67E75F0D-0FED-4337-8E6E-777D3C6F33D5}" type="pres">
      <dgm:prSet presAssocID="{11B707A8-ADC9-4774-82DE-1486BB2FDEFA}" presName="compNode" presStyleCnt="0"/>
      <dgm:spPr/>
    </dgm:pt>
    <dgm:pt modelId="{D7AB803F-24B6-4324-91CC-B4D829C02CB8}" type="pres">
      <dgm:prSet presAssocID="{11B707A8-ADC9-4774-82DE-1486BB2FDEFA}" presName="bgRect" presStyleLbl="bgShp" presStyleIdx="5" presStyleCnt="6"/>
      <dgm:spPr/>
    </dgm:pt>
    <dgm:pt modelId="{D2CFD0EE-CB2D-4046-982F-6D8F57276249}" type="pres">
      <dgm:prSet presAssocID="{11B707A8-ADC9-4774-82DE-1486BB2FDEF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Bullseye"/>
        </a:ext>
      </dgm:extLst>
    </dgm:pt>
    <dgm:pt modelId="{ED67F923-980C-40A8-9575-C7116C6019DB}" type="pres">
      <dgm:prSet presAssocID="{11B707A8-ADC9-4774-82DE-1486BB2FDEFA}" presName="spaceRect" presStyleCnt="0"/>
      <dgm:spPr/>
    </dgm:pt>
    <dgm:pt modelId="{64393B15-D558-4FC4-99BE-A796D9DBE0DE}" type="pres">
      <dgm:prSet presAssocID="{11B707A8-ADC9-4774-82DE-1486BB2FDEFA}" presName="parTx" presStyleLbl="revTx" presStyleIdx="5" presStyleCnt="6">
        <dgm:presLayoutVars>
          <dgm:chMax val="0"/>
          <dgm:chPref val="0"/>
        </dgm:presLayoutVars>
      </dgm:prSet>
      <dgm:spPr/>
    </dgm:pt>
  </dgm:ptLst>
  <dgm:cxnLst>
    <dgm:cxn modelId="{ACD40A20-B939-42EB-941D-DC6FB700EFF9}" srcId="{8E9ED241-97C8-4CB2-AC99-49A5E555D109}" destId="{8C1DE14E-ADE6-4F7D-A53D-038ED800FDF8}" srcOrd="0" destOrd="0" parTransId="{5D3F7E5A-1033-4F51-93A6-729A62DBC4B4}" sibTransId="{FC2C5C71-E5D8-48F5-8057-126AC7756532}"/>
    <dgm:cxn modelId="{3E185321-B0B6-465D-BF1A-D13A1F8C6BBB}" srcId="{8E9ED241-97C8-4CB2-AC99-49A5E555D109}" destId="{4D65289B-9CBC-4BC7-A0A1-0AE66917F9CB}" srcOrd="4" destOrd="0" parTransId="{09263486-36CD-412B-B31F-100CF85A9A51}" sibTransId="{1090B92C-8C09-4FD8-A9D3-66F453271516}"/>
    <dgm:cxn modelId="{5F491D5E-835F-47FF-B6BF-4E5BEE578E40}" type="presOf" srcId="{C8B6A3A8-AE30-4B57-8C7E-4430992CB3BC}" destId="{8212A55A-8F6C-4380-9524-98659F2F0BDA}" srcOrd="0" destOrd="0" presId="urn:microsoft.com/office/officeart/2018/2/layout/IconVerticalSolidList"/>
    <dgm:cxn modelId="{BF4FF848-6D83-4C80-AF80-763991F526B8}" type="presOf" srcId="{11B707A8-ADC9-4774-82DE-1486BB2FDEFA}" destId="{64393B15-D558-4FC4-99BE-A796D9DBE0DE}" srcOrd="0" destOrd="0" presId="urn:microsoft.com/office/officeart/2018/2/layout/IconVerticalSolidList"/>
    <dgm:cxn modelId="{4049BD4E-C093-42BD-BD46-EA2FECE5572C}" type="presOf" srcId="{8E9ED241-97C8-4CB2-AC99-49A5E555D109}" destId="{BDE8BDDE-B2C3-4F2A-957B-24CCB2D77D04}" srcOrd="0" destOrd="0" presId="urn:microsoft.com/office/officeart/2018/2/layout/IconVerticalSolidList"/>
    <dgm:cxn modelId="{BF343779-5E4B-401C-99CB-2D50C4057676}" srcId="{8E9ED241-97C8-4CB2-AC99-49A5E555D109}" destId="{E549F49E-9B41-4BA2-8CB0-4B440B9B1B8C}" srcOrd="1" destOrd="0" parTransId="{5B2C0632-6092-4C7E-AA56-18CD43F6A622}" sibTransId="{271C7AA7-D107-4C6C-BE42-6F94564F3C4E}"/>
    <dgm:cxn modelId="{0222C47B-9CD5-41F5-9C6F-938BA030E6F5}" srcId="{8E9ED241-97C8-4CB2-AC99-49A5E555D109}" destId="{C8B6A3A8-AE30-4B57-8C7E-4430992CB3BC}" srcOrd="3" destOrd="0" parTransId="{AE9A6CA5-AFC6-483F-946B-503FD7DD11D7}" sibTransId="{F8348BAB-D803-4AA1-9785-A307F5B52CCF}"/>
    <dgm:cxn modelId="{D51706A7-4C88-4218-9325-CC276AEEB01F}" type="presOf" srcId="{4D65289B-9CBC-4BC7-A0A1-0AE66917F9CB}" destId="{A931AF1E-0EA8-4F35-A4CD-D8879917B366}" srcOrd="0" destOrd="0" presId="urn:microsoft.com/office/officeart/2018/2/layout/IconVerticalSolidList"/>
    <dgm:cxn modelId="{FF47A5A7-A746-49D0-9D35-5F7154ED11D4}" srcId="{8E9ED241-97C8-4CB2-AC99-49A5E555D109}" destId="{11B707A8-ADC9-4774-82DE-1486BB2FDEFA}" srcOrd="5" destOrd="0" parTransId="{D87E3480-6B02-4B2B-B74F-BF5F718550F5}" sibTransId="{0434E503-B92C-4125-BCC2-DF2E35A35E0B}"/>
    <dgm:cxn modelId="{B5E8A2BD-C8BC-4A38-8025-2E3AC07184C3}" type="presOf" srcId="{EC4DF80B-59B3-4567-9CF7-EB51D88935F5}" destId="{29DA9DB8-1034-4D6E-BA40-E9720C694A6B}" srcOrd="0" destOrd="0" presId="urn:microsoft.com/office/officeart/2018/2/layout/IconVerticalSolidList"/>
    <dgm:cxn modelId="{5FC64CCE-074F-4198-87F6-B8CD3530201A}" type="presOf" srcId="{8C1DE14E-ADE6-4F7D-A53D-038ED800FDF8}" destId="{366DD796-AEFD-4453-99D8-DBC7302A7DC1}" srcOrd="0" destOrd="0" presId="urn:microsoft.com/office/officeart/2018/2/layout/IconVerticalSolidList"/>
    <dgm:cxn modelId="{B32495ED-DD7F-4898-99B9-C7B9A2255577}" type="presOf" srcId="{E549F49E-9B41-4BA2-8CB0-4B440B9B1B8C}" destId="{37F94709-E237-4E49-AB9E-1F5E29F1F604}" srcOrd="0" destOrd="0" presId="urn:microsoft.com/office/officeart/2018/2/layout/IconVerticalSolidList"/>
    <dgm:cxn modelId="{42CC92F2-5DFF-483F-9C06-A8071F5C18D6}" srcId="{8E9ED241-97C8-4CB2-AC99-49A5E555D109}" destId="{EC4DF80B-59B3-4567-9CF7-EB51D88935F5}" srcOrd="2" destOrd="0" parTransId="{DBB48B67-91F7-430E-A9BB-4E8C774F4419}" sibTransId="{9D4BA7EC-6A42-4040-BFBE-987738281F82}"/>
    <dgm:cxn modelId="{15675AE4-D935-4483-A543-7897A804D189}" type="presParOf" srcId="{BDE8BDDE-B2C3-4F2A-957B-24CCB2D77D04}" destId="{37322417-3750-40DA-A5CF-AF683A5A94CD}" srcOrd="0" destOrd="0" presId="urn:microsoft.com/office/officeart/2018/2/layout/IconVerticalSolidList"/>
    <dgm:cxn modelId="{C860AAE0-57C2-44C2-8E08-07563DB02BB5}" type="presParOf" srcId="{37322417-3750-40DA-A5CF-AF683A5A94CD}" destId="{1365A0EB-A1A2-4C8C-BFE1-6D6CCB92F501}" srcOrd="0" destOrd="0" presId="urn:microsoft.com/office/officeart/2018/2/layout/IconVerticalSolidList"/>
    <dgm:cxn modelId="{E7FD9FF0-6135-435A-8652-788621F544C3}" type="presParOf" srcId="{37322417-3750-40DA-A5CF-AF683A5A94CD}" destId="{0262E3A9-70EC-4E34-B4E3-6FC5690EDAAE}" srcOrd="1" destOrd="0" presId="urn:microsoft.com/office/officeart/2018/2/layout/IconVerticalSolidList"/>
    <dgm:cxn modelId="{CC086062-1047-44A7-9DB0-AE98EF82FF3C}" type="presParOf" srcId="{37322417-3750-40DA-A5CF-AF683A5A94CD}" destId="{DD6CC61A-BDF8-4DBA-BC69-0FEA6F9CAB4F}" srcOrd="2" destOrd="0" presId="urn:microsoft.com/office/officeart/2018/2/layout/IconVerticalSolidList"/>
    <dgm:cxn modelId="{162C08A1-FA22-49FF-B6C8-56C54B03ECCA}" type="presParOf" srcId="{37322417-3750-40DA-A5CF-AF683A5A94CD}" destId="{366DD796-AEFD-4453-99D8-DBC7302A7DC1}" srcOrd="3" destOrd="0" presId="urn:microsoft.com/office/officeart/2018/2/layout/IconVerticalSolidList"/>
    <dgm:cxn modelId="{066852FC-46C2-4859-9AC8-676343BA8E88}" type="presParOf" srcId="{BDE8BDDE-B2C3-4F2A-957B-24CCB2D77D04}" destId="{1E86E0B6-BD1C-4D8A-BC7F-184644588599}" srcOrd="1" destOrd="0" presId="urn:microsoft.com/office/officeart/2018/2/layout/IconVerticalSolidList"/>
    <dgm:cxn modelId="{993064BE-9FF5-4D29-927A-4AC9E3D1C6F8}" type="presParOf" srcId="{BDE8BDDE-B2C3-4F2A-957B-24CCB2D77D04}" destId="{9CD834FF-C1A9-4E55-A368-1B85C8E53AFD}" srcOrd="2" destOrd="0" presId="urn:microsoft.com/office/officeart/2018/2/layout/IconVerticalSolidList"/>
    <dgm:cxn modelId="{9BFE07F1-E424-45A1-AD32-82B4DF060D70}" type="presParOf" srcId="{9CD834FF-C1A9-4E55-A368-1B85C8E53AFD}" destId="{07268914-C1F3-4A1B-8848-67FFC1733986}" srcOrd="0" destOrd="0" presId="urn:microsoft.com/office/officeart/2018/2/layout/IconVerticalSolidList"/>
    <dgm:cxn modelId="{F19C6621-9915-4AE9-B1EC-F064F155DC97}" type="presParOf" srcId="{9CD834FF-C1A9-4E55-A368-1B85C8E53AFD}" destId="{5D86EF09-0E58-4246-9389-DE92F6A7F5FE}" srcOrd="1" destOrd="0" presId="urn:microsoft.com/office/officeart/2018/2/layout/IconVerticalSolidList"/>
    <dgm:cxn modelId="{2BF9FD70-E42C-4FDC-8D82-2AB9E48D3051}" type="presParOf" srcId="{9CD834FF-C1A9-4E55-A368-1B85C8E53AFD}" destId="{BB20BBCF-3997-4ECC-B12D-BCA4484D5B01}" srcOrd="2" destOrd="0" presId="urn:microsoft.com/office/officeart/2018/2/layout/IconVerticalSolidList"/>
    <dgm:cxn modelId="{A44C53A4-8511-42EB-B9D8-A5FDB012C9A1}" type="presParOf" srcId="{9CD834FF-C1A9-4E55-A368-1B85C8E53AFD}" destId="{37F94709-E237-4E49-AB9E-1F5E29F1F604}" srcOrd="3" destOrd="0" presId="urn:microsoft.com/office/officeart/2018/2/layout/IconVerticalSolidList"/>
    <dgm:cxn modelId="{F871728C-60EA-462F-BDAD-F96F2058964B}" type="presParOf" srcId="{BDE8BDDE-B2C3-4F2A-957B-24CCB2D77D04}" destId="{47ACE814-1D89-45B9-9A37-FBDBDE50CEE3}" srcOrd="3" destOrd="0" presId="urn:microsoft.com/office/officeart/2018/2/layout/IconVerticalSolidList"/>
    <dgm:cxn modelId="{D4588D6C-E636-4F8F-8491-621B8670CB59}" type="presParOf" srcId="{BDE8BDDE-B2C3-4F2A-957B-24CCB2D77D04}" destId="{5E175189-6F72-4461-B2C1-C8E452F827AA}" srcOrd="4" destOrd="0" presId="urn:microsoft.com/office/officeart/2018/2/layout/IconVerticalSolidList"/>
    <dgm:cxn modelId="{B44E89E7-BEDF-41CB-B32D-4B2AEA6F87F2}" type="presParOf" srcId="{5E175189-6F72-4461-B2C1-C8E452F827AA}" destId="{7F76EB2E-E05D-42A9-8487-856E7EAFD01E}" srcOrd="0" destOrd="0" presId="urn:microsoft.com/office/officeart/2018/2/layout/IconVerticalSolidList"/>
    <dgm:cxn modelId="{C8CC85EA-7A72-4395-8EF7-2F8BFD2CD6C7}" type="presParOf" srcId="{5E175189-6F72-4461-B2C1-C8E452F827AA}" destId="{7C8FE7C1-98BB-478C-A9BB-3052652324A6}" srcOrd="1" destOrd="0" presId="urn:microsoft.com/office/officeart/2018/2/layout/IconVerticalSolidList"/>
    <dgm:cxn modelId="{30E09E41-53B2-49B1-9DA2-98581AEBE528}" type="presParOf" srcId="{5E175189-6F72-4461-B2C1-C8E452F827AA}" destId="{9EFCABAA-E543-4A0C-815E-78E9690125A1}" srcOrd="2" destOrd="0" presId="urn:microsoft.com/office/officeart/2018/2/layout/IconVerticalSolidList"/>
    <dgm:cxn modelId="{FD7BAAAC-E4FE-4A47-A1D9-CF22C45E59D0}" type="presParOf" srcId="{5E175189-6F72-4461-B2C1-C8E452F827AA}" destId="{29DA9DB8-1034-4D6E-BA40-E9720C694A6B}" srcOrd="3" destOrd="0" presId="urn:microsoft.com/office/officeart/2018/2/layout/IconVerticalSolidList"/>
    <dgm:cxn modelId="{B7937B4F-0AB3-438E-B51F-DAD28F152442}" type="presParOf" srcId="{BDE8BDDE-B2C3-4F2A-957B-24CCB2D77D04}" destId="{FDED08C5-F668-4889-A1D3-4575FA5951F3}" srcOrd="5" destOrd="0" presId="urn:microsoft.com/office/officeart/2018/2/layout/IconVerticalSolidList"/>
    <dgm:cxn modelId="{1D21D33F-108F-44C5-B6DF-F16C57D475E1}" type="presParOf" srcId="{BDE8BDDE-B2C3-4F2A-957B-24CCB2D77D04}" destId="{A03D6056-B4B0-49B8-8B7E-8E5DFFAF6794}" srcOrd="6" destOrd="0" presId="urn:microsoft.com/office/officeart/2018/2/layout/IconVerticalSolidList"/>
    <dgm:cxn modelId="{21740C72-DED4-478B-AA6A-3EE294FAC816}" type="presParOf" srcId="{A03D6056-B4B0-49B8-8B7E-8E5DFFAF6794}" destId="{BECE9CCE-C7E6-4328-AF73-5740D70533CB}" srcOrd="0" destOrd="0" presId="urn:microsoft.com/office/officeart/2018/2/layout/IconVerticalSolidList"/>
    <dgm:cxn modelId="{AAA29C41-0C6E-4FCF-A076-16DF61702934}" type="presParOf" srcId="{A03D6056-B4B0-49B8-8B7E-8E5DFFAF6794}" destId="{BF668A1B-FC4F-4BE8-85F3-73ADC3A344B8}" srcOrd="1" destOrd="0" presId="urn:microsoft.com/office/officeart/2018/2/layout/IconVerticalSolidList"/>
    <dgm:cxn modelId="{C325985C-29B5-4CD2-92D9-0B7D15D63A62}" type="presParOf" srcId="{A03D6056-B4B0-49B8-8B7E-8E5DFFAF6794}" destId="{9727415F-9E8B-4F4C-88FD-CB191EBC79D9}" srcOrd="2" destOrd="0" presId="urn:microsoft.com/office/officeart/2018/2/layout/IconVerticalSolidList"/>
    <dgm:cxn modelId="{15E0D71C-D276-4162-B095-1C4772FCE6A3}" type="presParOf" srcId="{A03D6056-B4B0-49B8-8B7E-8E5DFFAF6794}" destId="{8212A55A-8F6C-4380-9524-98659F2F0BDA}" srcOrd="3" destOrd="0" presId="urn:microsoft.com/office/officeart/2018/2/layout/IconVerticalSolidList"/>
    <dgm:cxn modelId="{182713D4-F3F6-4E14-B13C-ED2387DE8350}" type="presParOf" srcId="{BDE8BDDE-B2C3-4F2A-957B-24CCB2D77D04}" destId="{12BF0119-5E2C-40ED-9665-204FBCDCE078}" srcOrd="7" destOrd="0" presId="urn:microsoft.com/office/officeart/2018/2/layout/IconVerticalSolidList"/>
    <dgm:cxn modelId="{DC984968-5C1D-4F74-B472-67E7C2D4907A}" type="presParOf" srcId="{BDE8BDDE-B2C3-4F2A-957B-24CCB2D77D04}" destId="{497DCE55-427E-4EAF-9C0F-0D92AAED919C}" srcOrd="8" destOrd="0" presId="urn:microsoft.com/office/officeart/2018/2/layout/IconVerticalSolidList"/>
    <dgm:cxn modelId="{2C9C736D-AE38-4208-93D3-CEAEECF4D544}" type="presParOf" srcId="{497DCE55-427E-4EAF-9C0F-0D92AAED919C}" destId="{56614EE3-14BA-4940-9C49-D6F3EFC62217}" srcOrd="0" destOrd="0" presId="urn:microsoft.com/office/officeart/2018/2/layout/IconVerticalSolidList"/>
    <dgm:cxn modelId="{D155F893-71D4-4433-AA37-90473D9097F8}" type="presParOf" srcId="{497DCE55-427E-4EAF-9C0F-0D92AAED919C}" destId="{6B25A05F-56B3-4974-85BD-05554B213836}" srcOrd="1" destOrd="0" presId="urn:microsoft.com/office/officeart/2018/2/layout/IconVerticalSolidList"/>
    <dgm:cxn modelId="{A3475BFB-9116-4D18-AC58-23A89786F9E7}" type="presParOf" srcId="{497DCE55-427E-4EAF-9C0F-0D92AAED919C}" destId="{31D8792E-621E-4507-9FF4-A1C105C942A2}" srcOrd="2" destOrd="0" presId="urn:microsoft.com/office/officeart/2018/2/layout/IconVerticalSolidList"/>
    <dgm:cxn modelId="{FECF3D1C-9DDC-4815-9774-A0A0A3CFE922}" type="presParOf" srcId="{497DCE55-427E-4EAF-9C0F-0D92AAED919C}" destId="{A931AF1E-0EA8-4F35-A4CD-D8879917B366}" srcOrd="3" destOrd="0" presId="urn:microsoft.com/office/officeart/2018/2/layout/IconVerticalSolidList"/>
    <dgm:cxn modelId="{9A0AA97C-20A1-41C9-8C30-BE232E772520}" type="presParOf" srcId="{BDE8BDDE-B2C3-4F2A-957B-24CCB2D77D04}" destId="{908E5B89-0B42-4F07-9595-7CC093F0A10B}" srcOrd="9" destOrd="0" presId="urn:microsoft.com/office/officeart/2018/2/layout/IconVerticalSolidList"/>
    <dgm:cxn modelId="{918D78A8-0694-4261-8637-1C92739CF01F}" type="presParOf" srcId="{BDE8BDDE-B2C3-4F2A-957B-24CCB2D77D04}" destId="{67E75F0D-0FED-4337-8E6E-777D3C6F33D5}" srcOrd="10" destOrd="0" presId="urn:microsoft.com/office/officeart/2018/2/layout/IconVerticalSolidList"/>
    <dgm:cxn modelId="{BD7473FC-8759-4400-A2C8-6A1BF9AF61A3}" type="presParOf" srcId="{67E75F0D-0FED-4337-8E6E-777D3C6F33D5}" destId="{D7AB803F-24B6-4324-91CC-B4D829C02CB8}" srcOrd="0" destOrd="0" presId="urn:microsoft.com/office/officeart/2018/2/layout/IconVerticalSolidList"/>
    <dgm:cxn modelId="{01E63A41-3625-4BE1-90E3-3725465D1F48}" type="presParOf" srcId="{67E75F0D-0FED-4337-8E6E-777D3C6F33D5}" destId="{D2CFD0EE-CB2D-4046-982F-6D8F57276249}" srcOrd="1" destOrd="0" presId="urn:microsoft.com/office/officeart/2018/2/layout/IconVerticalSolidList"/>
    <dgm:cxn modelId="{DED4656F-1691-4E35-94A4-8FA9A6E0F155}" type="presParOf" srcId="{67E75F0D-0FED-4337-8E6E-777D3C6F33D5}" destId="{ED67F923-980C-40A8-9575-C7116C6019DB}" srcOrd="2" destOrd="0" presId="urn:microsoft.com/office/officeart/2018/2/layout/IconVerticalSolidList"/>
    <dgm:cxn modelId="{FDE86F08-1C89-49BD-BB2E-A8BDC27F54A1}" type="presParOf" srcId="{67E75F0D-0FED-4337-8E6E-777D3C6F33D5}" destId="{64393B15-D558-4FC4-99BE-A796D9DBE0D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7787D38-7357-490F-B7D3-5FA32F3414B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A656D33-0D88-43B7-AE4B-B9C3F6D97C69}">
      <dgm:prSet/>
      <dgm:spPr/>
      <dgm:t>
        <a:bodyPr/>
        <a:lstStyle/>
        <a:p>
          <a:r>
            <a:rPr lang="en-US"/>
            <a:t>RAD model is Rapid Application Development model.</a:t>
          </a:r>
          <a:r>
            <a:rPr lang="en-US" b="1"/>
            <a:t> </a:t>
          </a:r>
          <a:endParaRPr lang="en-US"/>
        </a:p>
      </dgm:t>
    </dgm:pt>
    <dgm:pt modelId="{1BE53189-DB8B-4874-9949-1CC86FD55875}" type="parTrans" cxnId="{895CD3A6-FA7C-4DA6-9E04-22B1F255E31B}">
      <dgm:prSet/>
      <dgm:spPr/>
      <dgm:t>
        <a:bodyPr/>
        <a:lstStyle/>
        <a:p>
          <a:endParaRPr lang="en-US"/>
        </a:p>
      </dgm:t>
    </dgm:pt>
    <dgm:pt modelId="{DB66354F-9A71-4FFA-89D3-23446C1B7DEF}" type="sibTrans" cxnId="{895CD3A6-FA7C-4DA6-9E04-22B1F255E31B}">
      <dgm:prSet/>
      <dgm:spPr/>
      <dgm:t>
        <a:bodyPr/>
        <a:lstStyle/>
        <a:p>
          <a:endParaRPr lang="en-US"/>
        </a:p>
      </dgm:t>
    </dgm:pt>
    <dgm:pt modelId="{D9F90B58-E85C-481E-981F-00110911707D}">
      <dgm:prSet/>
      <dgm:spPr/>
      <dgm:t>
        <a:bodyPr/>
        <a:lstStyle/>
        <a:p>
          <a:r>
            <a:rPr lang="en-US"/>
            <a:t>It is a type of </a:t>
          </a:r>
          <a:r>
            <a:rPr lang="en-US">
              <a:hlinkClick xmlns:r="http://schemas.openxmlformats.org/officeDocument/2006/relationships" r:id="rId1"/>
            </a:rPr>
            <a:t>incremental model</a:t>
          </a:r>
          <a:r>
            <a:rPr lang="en-US"/>
            <a:t>. </a:t>
          </a:r>
        </a:p>
      </dgm:t>
    </dgm:pt>
    <dgm:pt modelId="{4582DC40-04E2-4D16-B741-469B2D064A60}" type="parTrans" cxnId="{5C085741-77F6-4D47-9B97-C8D420C611F2}">
      <dgm:prSet/>
      <dgm:spPr/>
      <dgm:t>
        <a:bodyPr/>
        <a:lstStyle/>
        <a:p>
          <a:endParaRPr lang="en-US"/>
        </a:p>
      </dgm:t>
    </dgm:pt>
    <dgm:pt modelId="{DA83FCEE-DC8E-4965-B34C-3031BD9358C3}" type="sibTrans" cxnId="{5C085741-77F6-4D47-9B97-C8D420C611F2}">
      <dgm:prSet/>
      <dgm:spPr/>
      <dgm:t>
        <a:bodyPr/>
        <a:lstStyle/>
        <a:p>
          <a:endParaRPr lang="en-US"/>
        </a:p>
      </dgm:t>
    </dgm:pt>
    <dgm:pt modelId="{61B08DEF-84D2-415E-A34A-094472028EE0}">
      <dgm:prSet/>
      <dgm:spPr/>
      <dgm:t>
        <a:bodyPr/>
        <a:lstStyle/>
        <a:p>
          <a:r>
            <a:rPr lang="en-US"/>
            <a:t>In RAD model the components or functions are developed in parallel as if they were mini projects. </a:t>
          </a:r>
        </a:p>
      </dgm:t>
    </dgm:pt>
    <dgm:pt modelId="{29717AE9-2022-4F2E-ADE0-85E34E551189}" type="parTrans" cxnId="{A627B60C-45C1-4654-9343-51AB3C5E6F03}">
      <dgm:prSet/>
      <dgm:spPr/>
      <dgm:t>
        <a:bodyPr/>
        <a:lstStyle/>
        <a:p>
          <a:endParaRPr lang="en-US"/>
        </a:p>
      </dgm:t>
    </dgm:pt>
    <dgm:pt modelId="{8AB98301-9027-4C20-A21F-6E16342315BE}" type="sibTrans" cxnId="{A627B60C-45C1-4654-9343-51AB3C5E6F03}">
      <dgm:prSet/>
      <dgm:spPr/>
      <dgm:t>
        <a:bodyPr/>
        <a:lstStyle/>
        <a:p>
          <a:endParaRPr lang="en-US"/>
        </a:p>
      </dgm:t>
    </dgm:pt>
    <dgm:pt modelId="{CE81A806-8D6E-494F-B430-A49E1B9C659F}">
      <dgm:prSet/>
      <dgm:spPr/>
      <dgm:t>
        <a:bodyPr/>
        <a:lstStyle/>
        <a:p>
          <a:r>
            <a:rPr lang="en-US"/>
            <a:t>The developments are time boxed, delivered and then assembled into a working prototype. </a:t>
          </a:r>
        </a:p>
      </dgm:t>
    </dgm:pt>
    <dgm:pt modelId="{08CCF7A9-5C62-44A2-8CAA-DF4C6FAA8BE1}" type="parTrans" cxnId="{21841602-FA65-425B-963A-0EB03F15C087}">
      <dgm:prSet/>
      <dgm:spPr/>
      <dgm:t>
        <a:bodyPr/>
        <a:lstStyle/>
        <a:p>
          <a:endParaRPr lang="en-US"/>
        </a:p>
      </dgm:t>
    </dgm:pt>
    <dgm:pt modelId="{2A722D32-9881-4A36-AC1A-6251A1C5215E}" type="sibTrans" cxnId="{21841602-FA65-425B-963A-0EB03F15C087}">
      <dgm:prSet/>
      <dgm:spPr/>
      <dgm:t>
        <a:bodyPr/>
        <a:lstStyle/>
        <a:p>
          <a:endParaRPr lang="en-US"/>
        </a:p>
      </dgm:t>
    </dgm:pt>
    <dgm:pt modelId="{9C3A4B2A-6576-49CF-AD56-699AEB69D02C}">
      <dgm:prSet/>
      <dgm:spPr/>
      <dgm:t>
        <a:bodyPr/>
        <a:lstStyle/>
        <a:p>
          <a:r>
            <a:rPr lang="en-US"/>
            <a:t>This can quickly give the customer something to see and use and to provide feedback regarding the delivery and their requirements.</a:t>
          </a:r>
        </a:p>
      </dgm:t>
    </dgm:pt>
    <dgm:pt modelId="{A57C45A5-2D1B-43F9-A232-7996805D5A1D}" type="parTrans" cxnId="{3EF35189-A297-4454-AA15-EB8E7407FAA1}">
      <dgm:prSet/>
      <dgm:spPr/>
      <dgm:t>
        <a:bodyPr/>
        <a:lstStyle/>
        <a:p>
          <a:endParaRPr lang="en-US"/>
        </a:p>
      </dgm:t>
    </dgm:pt>
    <dgm:pt modelId="{7EA7FAEF-C6F2-4E45-AE25-3A46ED0CFE38}" type="sibTrans" cxnId="{3EF35189-A297-4454-AA15-EB8E7407FAA1}">
      <dgm:prSet/>
      <dgm:spPr/>
      <dgm:t>
        <a:bodyPr/>
        <a:lstStyle/>
        <a:p>
          <a:endParaRPr lang="en-US"/>
        </a:p>
      </dgm:t>
    </dgm:pt>
    <dgm:pt modelId="{CEA0D32B-83CA-4724-BD65-29502551482E}" type="pres">
      <dgm:prSet presAssocID="{47787D38-7357-490F-B7D3-5FA32F3414BD}" presName="root" presStyleCnt="0">
        <dgm:presLayoutVars>
          <dgm:dir/>
          <dgm:resizeHandles val="exact"/>
        </dgm:presLayoutVars>
      </dgm:prSet>
      <dgm:spPr/>
    </dgm:pt>
    <dgm:pt modelId="{9A44A2C2-3D41-492D-A08B-3CD99A54B115}" type="pres">
      <dgm:prSet presAssocID="{BA656D33-0D88-43B7-AE4B-B9C3F6D97C69}" presName="compNode" presStyleCnt="0"/>
      <dgm:spPr/>
    </dgm:pt>
    <dgm:pt modelId="{6BA8527B-75A6-47E4-BAB4-9E1A3EDD9976}" type="pres">
      <dgm:prSet presAssocID="{BA656D33-0D88-43B7-AE4B-B9C3F6D97C69}" presName="bgRect" presStyleLbl="bgShp" presStyleIdx="0" presStyleCnt="5"/>
      <dgm:spPr/>
    </dgm:pt>
    <dgm:pt modelId="{D780BFFE-9CEC-4D33-9122-8117C90BB6B3}" type="pres">
      <dgm:prSet presAssocID="{BA656D33-0D88-43B7-AE4B-B9C3F6D97C69}" presName="iconRect" presStyleLbl="node1" presStyleIdx="0" presStyleCnt="5"/>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D61EE547-EF1C-4A42-8BE2-B2B37C7D7DE9}" type="pres">
      <dgm:prSet presAssocID="{BA656D33-0D88-43B7-AE4B-B9C3F6D97C69}" presName="spaceRect" presStyleCnt="0"/>
      <dgm:spPr/>
    </dgm:pt>
    <dgm:pt modelId="{18EED28A-2236-4096-AAC9-88D7B1621D39}" type="pres">
      <dgm:prSet presAssocID="{BA656D33-0D88-43B7-AE4B-B9C3F6D97C69}" presName="parTx" presStyleLbl="revTx" presStyleIdx="0" presStyleCnt="5">
        <dgm:presLayoutVars>
          <dgm:chMax val="0"/>
          <dgm:chPref val="0"/>
        </dgm:presLayoutVars>
      </dgm:prSet>
      <dgm:spPr/>
    </dgm:pt>
    <dgm:pt modelId="{3352D77E-56F0-4D31-A80B-AD57B77C87FA}" type="pres">
      <dgm:prSet presAssocID="{DB66354F-9A71-4FFA-89D3-23446C1B7DEF}" presName="sibTrans" presStyleCnt="0"/>
      <dgm:spPr/>
    </dgm:pt>
    <dgm:pt modelId="{BCB87443-036D-4B89-9903-D5CA9382920A}" type="pres">
      <dgm:prSet presAssocID="{D9F90B58-E85C-481E-981F-00110911707D}" presName="compNode" presStyleCnt="0"/>
      <dgm:spPr/>
    </dgm:pt>
    <dgm:pt modelId="{B8E25B87-79D0-48A4-87E0-94F82709FE44}" type="pres">
      <dgm:prSet presAssocID="{D9F90B58-E85C-481E-981F-00110911707D}" presName="bgRect" presStyleLbl="bgShp" presStyleIdx="1" presStyleCnt="5"/>
      <dgm:spPr/>
    </dgm:pt>
    <dgm:pt modelId="{892A4420-B4FC-4726-A53A-93B7C6F16C5B}" type="pres">
      <dgm:prSet presAssocID="{D9F90B58-E85C-481E-981F-00110911707D}" presName="iconRect" presStyleLbl="node1" presStyleIdx="1" presStyleCnt="5"/>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Workflow"/>
        </a:ext>
      </dgm:extLst>
    </dgm:pt>
    <dgm:pt modelId="{301A4690-144E-424A-A03E-E3E5859722B5}" type="pres">
      <dgm:prSet presAssocID="{D9F90B58-E85C-481E-981F-00110911707D}" presName="spaceRect" presStyleCnt="0"/>
      <dgm:spPr/>
    </dgm:pt>
    <dgm:pt modelId="{4EDFFBEA-48CD-48A9-854D-7993FB32139C}" type="pres">
      <dgm:prSet presAssocID="{D9F90B58-E85C-481E-981F-00110911707D}" presName="parTx" presStyleLbl="revTx" presStyleIdx="1" presStyleCnt="5">
        <dgm:presLayoutVars>
          <dgm:chMax val="0"/>
          <dgm:chPref val="0"/>
        </dgm:presLayoutVars>
      </dgm:prSet>
      <dgm:spPr/>
    </dgm:pt>
    <dgm:pt modelId="{1505AD92-E004-4BCC-9E93-1A04508B6EB4}" type="pres">
      <dgm:prSet presAssocID="{DA83FCEE-DC8E-4965-B34C-3031BD9358C3}" presName="sibTrans" presStyleCnt="0"/>
      <dgm:spPr/>
    </dgm:pt>
    <dgm:pt modelId="{458C980A-09A2-44C5-8578-E32D1E3082E1}" type="pres">
      <dgm:prSet presAssocID="{61B08DEF-84D2-415E-A34A-094472028EE0}" presName="compNode" presStyleCnt="0"/>
      <dgm:spPr/>
    </dgm:pt>
    <dgm:pt modelId="{FEB2F63D-1453-45BD-967D-82FBAED1FEBD}" type="pres">
      <dgm:prSet presAssocID="{61B08DEF-84D2-415E-A34A-094472028EE0}" presName="bgRect" presStyleLbl="bgShp" presStyleIdx="2" presStyleCnt="5"/>
      <dgm:spPr/>
    </dgm:pt>
    <dgm:pt modelId="{FC13646A-6F1E-4B21-9175-111A4F89D822}" type="pres">
      <dgm:prSet presAssocID="{61B08DEF-84D2-415E-A34A-094472028EE0}" presName="iconRect" presStyleLbl="node1" presStyleIdx="2" presStyleCnt="5"/>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Hierarchy"/>
        </a:ext>
      </dgm:extLst>
    </dgm:pt>
    <dgm:pt modelId="{69247974-8976-4634-BB56-15328676E19F}" type="pres">
      <dgm:prSet presAssocID="{61B08DEF-84D2-415E-A34A-094472028EE0}" presName="spaceRect" presStyleCnt="0"/>
      <dgm:spPr/>
    </dgm:pt>
    <dgm:pt modelId="{1C9BFCDB-31F4-4616-96E1-30FFE71DFC80}" type="pres">
      <dgm:prSet presAssocID="{61B08DEF-84D2-415E-A34A-094472028EE0}" presName="parTx" presStyleLbl="revTx" presStyleIdx="2" presStyleCnt="5">
        <dgm:presLayoutVars>
          <dgm:chMax val="0"/>
          <dgm:chPref val="0"/>
        </dgm:presLayoutVars>
      </dgm:prSet>
      <dgm:spPr/>
    </dgm:pt>
    <dgm:pt modelId="{5A24C001-AA56-457B-92FE-5FF9422F364E}" type="pres">
      <dgm:prSet presAssocID="{8AB98301-9027-4C20-A21F-6E16342315BE}" presName="sibTrans" presStyleCnt="0"/>
      <dgm:spPr/>
    </dgm:pt>
    <dgm:pt modelId="{B85336C8-EF9A-4D91-A1CC-239A622554CF}" type="pres">
      <dgm:prSet presAssocID="{CE81A806-8D6E-494F-B430-A49E1B9C659F}" presName="compNode" presStyleCnt="0"/>
      <dgm:spPr/>
    </dgm:pt>
    <dgm:pt modelId="{50445021-D8D2-46FE-A506-B76D9415BFD0}" type="pres">
      <dgm:prSet presAssocID="{CE81A806-8D6E-494F-B430-A49E1B9C659F}" presName="bgRect" presStyleLbl="bgShp" presStyleIdx="3" presStyleCnt="5"/>
      <dgm:spPr/>
    </dgm:pt>
    <dgm:pt modelId="{B437AEA9-1903-4D5F-89C3-8AD3FA290CFE}" type="pres">
      <dgm:prSet presAssocID="{CE81A806-8D6E-494F-B430-A49E1B9C659F}" presName="iconRect" presStyleLbl="node1" presStyleIdx="3" presStyleCnt="5"/>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Box trolley"/>
        </a:ext>
      </dgm:extLst>
    </dgm:pt>
    <dgm:pt modelId="{857ED2C1-7D23-42FF-8DCD-D046E8A1D94D}" type="pres">
      <dgm:prSet presAssocID="{CE81A806-8D6E-494F-B430-A49E1B9C659F}" presName="spaceRect" presStyleCnt="0"/>
      <dgm:spPr/>
    </dgm:pt>
    <dgm:pt modelId="{B5AC1B5A-D2A4-42EE-A172-FE665A8769CF}" type="pres">
      <dgm:prSet presAssocID="{CE81A806-8D6E-494F-B430-A49E1B9C659F}" presName="parTx" presStyleLbl="revTx" presStyleIdx="3" presStyleCnt="5">
        <dgm:presLayoutVars>
          <dgm:chMax val="0"/>
          <dgm:chPref val="0"/>
        </dgm:presLayoutVars>
      </dgm:prSet>
      <dgm:spPr/>
    </dgm:pt>
    <dgm:pt modelId="{5E6B8A84-2316-4A1F-BFD5-AE34E6215615}" type="pres">
      <dgm:prSet presAssocID="{2A722D32-9881-4A36-AC1A-6251A1C5215E}" presName="sibTrans" presStyleCnt="0"/>
      <dgm:spPr/>
    </dgm:pt>
    <dgm:pt modelId="{F079EA12-9804-4F51-AB0E-67F4939907ED}" type="pres">
      <dgm:prSet presAssocID="{9C3A4B2A-6576-49CF-AD56-699AEB69D02C}" presName="compNode" presStyleCnt="0"/>
      <dgm:spPr/>
    </dgm:pt>
    <dgm:pt modelId="{CBE1848C-04CF-4DE8-88AA-C4B6EEC6F1EF}" type="pres">
      <dgm:prSet presAssocID="{9C3A4B2A-6576-49CF-AD56-699AEB69D02C}" presName="bgRect" presStyleLbl="bgShp" presStyleIdx="4" presStyleCnt="5"/>
      <dgm:spPr/>
    </dgm:pt>
    <dgm:pt modelId="{529EE69F-2CAF-4532-A63B-9F47F7BEF610}" type="pres">
      <dgm:prSet presAssocID="{9C3A4B2A-6576-49CF-AD56-699AEB69D02C}" presName="iconRect" presStyleLbl="node1" presStyleIdx="4" presStyleCnt="5"/>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dgm:spPr>
      <dgm:extLst>
        <a:ext uri="{E40237B7-FDA0-4F09-8148-C483321AD2D9}">
          <dgm14:cNvPr xmlns:dgm14="http://schemas.microsoft.com/office/drawing/2010/diagram" id="0" name="" descr="Kiosk"/>
        </a:ext>
      </dgm:extLst>
    </dgm:pt>
    <dgm:pt modelId="{9B30B123-821F-426A-B26D-B5D782E68BE8}" type="pres">
      <dgm:prSet presAssocID="{9C3A4B2A-6576-49CF-AD56-699AEB69D02C}" presName="spaceRect" presStyleCnt="0"/>
      <dgm:spPr/>
    </dgm:pt>
    <dgm:pt modelId="{43C3B69E-95D8-4BCB-883C-E1C3020B90DD}" type="pres">
      <dgm:prSet presAssocID="{9C3A4B2A-6576-49CF-AD56-699AEB69D02C}" presName="parTx" presStyleLbl="revTx" presStyleIdx="4" presStyleCnt="5">
        <dgm:presLayoutVars>
          <dgm:chMax val="0"/>
          <dgm:chPref val="0"/>
        </dgm:presLayoutVars>
      </dgm:prSet>
      <dgm:spPr/>
    </dgm:pt>
  </dgm:ptLst>
  <dgm:cxnLst>
    <dgm:cxn modelId="{21841602-FA65-425B-963A-0EB03F15C087}" srcId="{47787D38-7357-490F-B7D3-5FA32F3414BD}" destId="{CE81A806-8D6E-494F-B430-A49E1B9C659F}" srcOrd="3" destOrd="0" parTransId="{08CCF7A9-5C62-44A2-8CAA-DF4C6FAA8BE1}" sibTransId="{2A722D32-9881-4A36-AC1A-6251A1C5215E}"/>
    <dgm:cxn modelId="{A627B60C-45C1-4654-9343-51AB3C5E6F03}" srcId="{47787D38-7357-490F-B7D3-5FA32F3414BD}" destId="{61B08DEF-84D2-415E-A34A-094472028EE0}" srcOrd="2" destOrd="0" parTransId="{29717AE9-2022-4F2E-ADE0-85E34E551189}" sibTransId="{8AB98301-9027-4C20-A21F-6E16342315BE}"/>
    <dgm:cxn modelId="{89B6071B-22F4-4EB5-92A7-E195B06BBAAA}" type="presOf" srcId="{CE81A806-8D6E-494F-B430-A49E1B9C659F}" destId="{B5AC1B5A-D2A4-42EE-A172-FE665A8769CF}" srcOrd="0" destOrd="0" presId="urn:microsoft.com/office/officeart/2018/2/layout/IconVerticalSolidList"/>
    <dgm:cxn modelId="{5C085741-77F6-4D47-9B97-C8D420C611F2}" srcId="{47787D38-7357-490F-B7D3-5FA32F3414BD}" destId="{D9F90B58-E85C-481E-981F-00110911707D}" srcOrd="1" destOrd="0" parTransId="{4582DC40-04E2-4D16-B741-469B2D064A60}" sibTransId="{DA83FCEE-DC8E-4965-B34C-3031BD9358C3}"/>
    <dgm:cxn modelId="{C0A60D84-EB19-426F-9ACF-52C37954CD15}" type="presOf" srcId="{BA656D33-0D88-43B7-AE4B-B9C3F6D97C69}" destId="{18EED28A-2236-4096-AAC9-88D7B1621D39}" srcOrd="0" destOrd="0" presId="urn:microsoft.com/office/officeart/2018/2/layout/IconVerticalSolidList"/>
    <dgm:cxn modelId="{3EF35189-A297-4454-AA15-EB8E7407FAA1}" srcId="{47787D38-7357-490F-B7D3-5FA32F3414BD}" destId="{9C3A4B2A-6576-49CF-AD56-699AEB69D02C}" srcOrd="4" destOrd="0" parTransId="{A57C45A5-2D1B-43F9-A232-7996805D5A1D}" sibTransId="{7EA7FAEF-C6F2-4E45-AE25-3A46ED0CFE38}"/>
    <dgm:cxn modelId="{4B64FA95-48BA-4028-97FF-EDB4FDB8757F}" type="presOf" srcId="{9C3A4B2A-6576-49CF-AD56-699AEB69D02C}" destId="{43C3B69E-95D8-4BCB-883C-E1C3020B90DD}" srcOrd="0" destOrd="0" presId="urn:microsoft.com/office/officeart/2018/2/layout/IconVerticalSolidList"/>
    <dgm:cxn modelId="{82CF249F-BD3E-4E68-8E33-2E2A30326F18}" type="presOf" srcId="{61B08DEF-84D2-415E-A34A-094472028EE0}" destId="{1C9BFCDB-31F4-4616-96E1-30FFE71DFC80}" srcOrd="0" destOrd="0" presId="urn:microsoft.com/office/officeart/2018/2/layout/IconVerticalSolidList"/>
    <dgm:cxn modelId="{6CCE67A2-BD94-4304-84F0-AFCE15A45249}" type="presOf" srcId="{47787D38-7357-490F-B7D3-5FA32F3414BD}" destId="{CEA0D32B-83CA-4724-BD65-29502551482E}" srcOrd="0" destOrd="0" presId="urn:microsoft.com/office/officeart/2018/2/layout/IconVerticalSolidList"/>
    <dgm:cxn modelId="{895CD3A6-FA7C-4DA6-9E04-22B1F255E31B}" srcId="{47787D38-7357-490F-B7D3-5FA32F3414BD}" destId="{BA656D33-0D88-43B7-AE4B-B9C3F6D97C69}" srcOrd="0" destOrd="0" parTransId="{1BE53189-DB8B-4874-9949-1CC86FD55875}" sibTransId="{DB66354F-9A71-4FFA-89D3-23446C1B7DEF}"/>
    <dgm:cxn modelId="{13B37ED8-86D8-48D4-892B-BCDBEBE1F72E}" type="presOf" srcId="{D9F90B58-E85C-481E-981F-00110911707D}" destId="{4EDFFBEA-48CD-48A9-854D-7993FB32139C}" srcOrd="0" destOrd="0" presId="urn:microsoft.com/office/officeart/2018/2/layout/IconVerticalSolidList"/>
    <dgm:cxn modelId="{76394BDD-09A3-40F5-9D92-EEDD80753648}" type="presParOf" srcId="{CEA0D32B-83CA-4724-BD65-29502551482E}" destId="{9A44A2C2-3D41-492D-A08B-3CD99A54B115}" srcOrd="0" destOrd="0" presId="urn:microsoft.com/office/officeart/2018/2/layout/IconVerticalSolidList"/>
    <dgm:cxn modelId="{0E3BBFD4-2B40-49C8-9BA8-AD911DF191FD}" type="presParOf" srcId="{9A44A2C2-3D41-492D-A08B-3CD99A54B115}" destId="{6BA8527B-75A6-47E4-BAB4-9E1A3EDD9976}" srcOrd="0" destOrd="0" presId="urn:microsoft.com/office/officeart/2018/2/layout/IconVerticalSolidList"/>
    <dgm:cxn modelId="{2F46E466-EC49-4400-A205-FC27AC8C4B56}" type="presParOf" srcId="{9A44A2C2-3D41-492D-A08B-3CD99A54B115}" destId="{D780BFFE-9CEC-4D33-9122-8117C90BB6B3}" srcOrd="1" destOrd="0" presId="urn:microsoft.com/office/officeart/2018/2/layout/IconVerticalSolidList"/>
    <dgm:cxn modelId="{58E9ADD4-1F74-410E-97D1-1CC49D5F1D86}" type="presParOf" srcId="{9A44A2C2-3D41-492D-A08B-3CD99A54B115}" destId="{D61EE547-EF1C-4A42-8BE2-B2B37C7D7DE9}" srcOrd="2" destOrd="0" presId="urn:microsoft.com/office/officeart/2018/2/layout/IconVerticalSolidList"/>
    <dgm:cxn modelId="{794AD924-F857-4080-8F29-7D0B651E6709}" type="presParOf" srcId="{9A44A2C2-3D41-492D-A08B-3CD99A54B115}" destId="{18EED28A-2236-4096-AAC9-88D7B1621D39}" srcOrd="3" destOrd="0" presId="urn:microsoft.com/office/officeart/2018/2/layout/IconVerticalSolidList"/>
    <dgm:cxn modelId="{27A8918B-DDE5-43D8-947E-850A2C7B7DC7}" type="presParOf" srcId="{CEA0D32B-83CA-4724-BD65-29502551482E}" destId="{3352D77E-56F0-4D31-A80B-AD57B77C87FA}" srcOrd="1" destOrd="0" presId="urn:microsoft.com/office/officeart/2018/2/layout/IconVerticalSolidList"/>
    <dgm:cxn modelId="{9BEC2A0D-B781-4025-B183-8D944E612F4C}" type="presParOf" srcId="{CEA0D32B-83CA-4724-BD65-29502551482E}" destId="{BCB87443-036D-4B89-9903-D5CA9382920A}" srcOrd="2" destOrd="0" presId="urn:microsoft.com/office/officeart/2018/2/layout/IconVerticalSolidList"/>
    <dgm:cxn modelId="{8BFFC734-1299-4123-98ED-B5D5A4B57B1F}" type="presParOf" srcId="{BCB87443-036D-4B89-9903-D5CA9382920A}" destId="{B8E25B87-79D0-48A4-87E0-94F82709FE44}" srcOrd="0" destOrd="0" presId="urn:microsoft.com/office/officeart/2018/2/layout/IconVerticalSolidList"/>
    <dgm:cxn modelId="{4D25F146-D8CB-498B-AB92-1E9D7445C38F}" type="presParOf" srcId="{BCB87443-036D-4B89-9903-D5CA9382920A}" destId="{892A4420-B4FC-4726-A53A-93B7C6F16C5B}" srcOrd="1" destOrd="0" presId="urn:microsoft.com/office/officeart/2018/2/layout/IconVerticalSolidList"/>
    <dgm:cxn modelId="{0470E87D-84A2-4D65-B253-40FA1B83CC34}" type="presParOf" srcId="{BCB87443-036D-4B89-9903-D5CA9382920A}" destId="{301A4690-144E-424A-A03E-E3E5859722B5}" srcOrd="2" destOrd="0" presId="urn:microsoft.com/office/officeart/2018/2/layout/IconVerticalSolidList"/>
    <dgm:cxn modelId="{F1F3BD24-C732-41A1-A479-5662D6E1DD89}" type="presParOf" srcId="{BCB87443-036D-4B89-9903-D5CA9382920A}" destId="{4EDFFBEA-48CD-48A9-854D-7993FB32139C}" srcOrd="3" destOrd="0" presId="urn:microsoft.com/office/officeart/2018/2/layout/IconVerticalSolidList"/>
    <dgm:cxn modelId="{F04D8BFF-63E1-47B7-B81C-F80EC0E50EB0}" type="presParOf" srcId="{CEA0D32B-83CA-4724-BD65-29502551482E}" destId="{1505AD92-E004-4BCC-9E93-1A04508B6EB4}" srcOrd="3" destOrd="0" presId="urn:microsoft.com/office/officeart/2018/2/layout/IconVerticalSolidList"/>
    <dgm:cxn modelId="{2E7FF12E-70DD-459D-8564-403D3E17D1D9}" type="presParOf" srcId="{CEA0D32B-83CA-4724-BD65-29502551482E}" destId="{458C980A-09A2-44C5-8578-E32D1E3082E1}" srcOrd="4" destOrd="0" presId="urn:microsoft.com/office/officeart/2018/2/layout/IconVerticalSolidList"/>
    <dgm:cxn modelId="{2015D4A7-A42C-475D-86D4-00E8B6805854}" type="presParOf" srcId="{458C980A-09A2-44C5-8578-E32D1E3082E1}" destId="{FEB2F63D-1453-45BD-967D-82FBAED1FEBD}" srcOrd="0" destOrd="0" presId="urn:microsoft.com/office/officeart/2018/2/layout/IconVerticalSolidList"/>
    <dgm:cxn modelId="{292CAA60-8903-43FE-82D2-1C2A9C1143F4}" type="presParOf" srcId="{458C980A-09A2-44C5-8578-E32D1E3082E1}" destId="{FC13646A-6F1E-4B21-9175-111A4F89D822}" srcOrd="1" destOrd="0" presId="urn:microsoft.com/office/officeart/2018/2/layout/IconVerticalSolidList"/>
    <dgm:cxn modelId="{BDCF91F7-6C69-4CC8-A617-234556495881}" type="presParOf" srcId="{458C980A-09A2-44C5-8578-E32D1E3082E1}" destId="{69247974-8976-4634-BB56-15328676E19F}" srcOrd="2" destOrd="0" presId="urn:microsoft.com/office/officeart/2018/2/layout/IconVerticalSolidList"/>
    <dgm:cxn modelId="{5E808DE7-2C7B-40F8-9DED-A442F80D1F79}" type="presParOf" srcId="{458C980A-09A2-44C5-8578-E32D1E3082E1}" destId="{1C9BFCDB-31F4-4616-96E1-30FFE71DFC80}" srcOrd="3" destOrd="0" presId="urn:microsoft.com/office/officeart/2018/2/layout/IconVerticalSolidList"/>
    <dgm:cxn modelId="{BD667B54-33A7-468A-88F9-D835436CB27D}" type="presParOf" srcId="{CEA0D32B-83CA-4724-BD65-29502551482E}" destId="{5A24C001-AA56-457B-92FE-5FF9422F364E}" srcOrd="5" destOrd="0" presId="urn:microsoft.com/office/officeart/2018/2/layout/IconVerticalSolidList"/>
    <dgm:cxn modelId="{E82C9526-9828-4370-A1E6-EEF410612977}" type="presParOf" srcId="{CEA0D32B-83CA-4724-BD65-29502551482E}" destId="{B85336C8-EF9A-4D91-A1CC-239A622554CF}" srcOrd="6" destOrd="0" presId="urn:microsoft.com/office/officeart/2018/2/layout/IconVerticalSolidList"/>
    <dgm:cxn modelId="{9EDC8E84-8CC1-414D-9AD8-4A0AC2FB9CEF}" type="presParOf" srcId="{B85336C8-EF9A-4D91-A1CC-239A622554CF}" destId="{50445021-D8D2-46FE-A506-B76D9415BFD0}" srcOrd="0" destOrd="0" presId="urn:microsoft.com/office/officeart/2018/2/layout/IconVerticalSolidList"/>
    <dgm:cxn modelId="{00A88EBB-47E5-4596-9680-7DF8CAAE6DB5}" type="presParOf" srcId="{B85336C8-EF9A-4D91-A1CC-239A622554CF}" destId="{B437AEA9-1903-4D5F-89C3-8AD3FA290CFE}" srcOrd="1" destOrd="0" presId="urn:microsoft.com/office/officeart/2018/2/layout/IconVerticalSolidList"/>
    <dgm:cxn modelId="{4D994CA3-DFE8-48D9-9858-D41B58785321}" type="presParOf" srcId="{B85336C8-EF9A-4D91-A1CC-239A622554CF}" destId="{857ED2C1-7D23-42FF-8DCD-D046E8A1D94D}" srcOrd="2" destOrd="0" presId="urn:microsoft.com/office/officeart/2018/2/layout/IconVerticalSolidList"/>
    <dgm:cxn modelId="{60A849E5-0D7C-4C8E-ACED-54DE3593E77D}" type="presParOf" srcId="{B85336C8-EF9A-4D91-A1CC-239A622554CF}" destId="{B5AC1B5A-D2A4-42EE-A172-FE665A8769CF}" srcOrd="3" destOrd="0" presId="urn:microsoft.com/office/officeart/2018/2/layout/IconVerticalSolidList"/>
    <dgm:cxn modelId="{7C048E9C-5BBB-42F7-A756-3EC77C5A33D8}" type="presParOf" srcId="{CEA0D32B-83CA-4724-BD65-29502551482E}" destId="{5E6B8A84-2316-4A1F-BFD5-AE34E6215615}" srcOrd="7" destOrd="0" presId="urn:microsoft.com/office/officeart/2018/2/layout/IconVerticalSolidList"/>
    <dgm:cxn modelId="{F18EAF36-ED57-46F3-ACDA-F26D0C465662}" type="presParOf" srcId="{CEA0D32B-83CA-4724-BD65-29502551482E}" destId="{F079EA12-9804-4F51-AB0E-67F4939907ED}" srcOrd="8" destOrd="0" presId="urn:microsoft.com/office/officeart/2018/2/layout/IconVerticalSolidList"/>
    <dgm:cxn modelId="{4C64910E-2F14-4577-B017-31EFA42FDF60}" type="presParOf" srcId="{F079EA12-9804-4F51-AB0E-67F4939907ED}" destId="{CBE1848C-04CF-4DE8-88AA-C4B6EEC6F1EF}" srcOrd="0" destOrd="0" presId="urn:microsoft.com/office/officeart/2018/2/layout/IconVerticalSolidList"/>
    <dgm:cxn modelId="{ADDAD103-E79C-4999-AD34-3AC165C6F1DB}" type="presParOf" srcId="{F079EA12-9804-4F51-AB0E-67F4939907ED}" destId="{529EE69F-2CAF-4532-A63B-9F47F7BEF610}" srcOrd="1" destOrd="0" presId="urn:microsoft.com/office/officeart/2018/2/layout/IconVerticalSolidList"/>
    <dgm:cxn modelId="{8ECCE0BF-7AF1-4CB5-B042-EF880EBBBB9C}" type="presParOf" srcId="{F079EA12-9804-4F51-AB0E-67F4939907ED}" destId="{9B30B123-821F-426A-B26D-B5D782E68BE8}" srcOrd="2" destOrd="0" presId="urn:microsoft.com/office/officeart/2018/2/layout/IconVerticalSolidList"/>
    <dgm:cxn modelId="{53CA923F-F58F-4815-BFC8-0D8CAB063BDB}" type="presParOf" srcId="{F079EA12-9804-4F51-AB0E-67F4939907ED}" destId="{43C3B69E-95D8-4BCB-883C-E1C3020B90D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4073AE2-FFB0-4AB2-9C0F-7D0800342385}" type="doc">
      <dgm:prSet loTypeId="urn:microsoft.com/office/officeart/2018/2/layout/IconVerticalSolidList" loCatId="icon" qsTypeId="urn:microsoft.com/office/officeart/2005/8/quickstyle/simple1" qsCatId="simple" csTypeId="urn:microsoft.com/office/officeart/2018/5/colors/Iconchunking_neutralicontext_colorful5" csCatId="colorful" phldr="1"/>
      <dgm:spPr/>
      <dgm:t>
        <a:bodyPr/>
        <a:lstStyle/>
        <a:p>
          <a:endParaRPr lang="en-US"/>
        </a:p>
      </dgm:t>
    </dgm:pt>
    <dgm:pt modelId="{740EE430-3C69-48B6-A672-25382DB9A78E}">
      <dgm:prSet/>
      <dgm:spPr/>
      <dgm:t>
        <a:bodyPr/>
        <a:lstStyle/>
        <a:p>
          <a:r>
            <a:rPr lang="en-US"/>
            <a:t>Agile development model is also a type of </a:t>
          </a:r>
          <a:r>
            <a:rPr lang="en-US">
              <a:hlinkClick xmlns:r="http://schemas.openxmlformats.org/officeDocument/2006/relationships" r:id="rId1"/>
            </a:rPr>
            <a:t>Incremental model</a:t>
          </a:r>
          <a:r>
            <a:rPr lang="en-US"/>
            <a:t>.</a:t>
          </a:r>
        </a:p>
      </dgm:t>
    </dgm:pt>
    <dgm:pt modelId="{08C14F67-7C19-42CA-981D-7016FBC90022}" type="parTrans" cxnId="{E8E57210-23F6-4C21-96BA-F092C7E29628}">
      <dgm:prSet/>
      <dgm:spPr/>
      <dgm:t>
        <a:bodyPr/>
        <a:lstStyle/>
        <a:p>
          <a:endParaRPr lang="en-US"/>
        </a:p>
      </dgm:t>
    </dgm:pt>
    <dgm:pt modelId="{869D881C-2773-4182-81F6-AE73A156D69D}" type="sibTrans" cxnId="{E8E57210-23F6-4C21-96BA-F092C7E29628}">
      <dgm:prSet/>
      <dgm:spPr/>
      <dgm:t>
        <a:bodyPr/>
        <a:lstStyle/>
        <a:p>
          <a:endParaRPr lang="en-US"/>
        </a:p>
      </dgm:t>
    </dgm:pt>
    <dgm:pt modelId="{CC12E780-2271-4072-A49A-C410A5D770AE}">
      <dgm:prSet/>
      <dgm:spPr/>
      <dgm:t>
        <a:bodyPr/>
        <a:lstStyle/>
        <a:p>
          <a:r>
            <a:rPr lang="en-US"/>
            <a:t>Software is developed in incremental, rapid cycles.</a:t>
          </a:r>
        </a:p>
      </dgm:t>
    </dgm:pt>
    <dgm:pt modelId="{3D5D832F-8895-40F1-9E0F-48E6016B6924}" type="parTrans" cxnId="{6B82D44A-9883-4AE9-996C-C9C2BF5A3C1E}">
      <dgm:prSet/>
      <dgm:spPr/>
      <dgm:t>
        <a:bodyPr/>
        <a:lstStyle/>
        <a:p>
          <a:endParaRPr lang="en-US"/>
        </a:p>
      </dgm:t>
    </dgm:pt>
    <dgm:pt modelId="{CEF8F88D-FA52-4A89-B8DD-91476F5557C2}" type="sibTrans" cxnId="{6B82D44A-9883-4AE9-996C-C9C2BF5A3C1E}">
      <dgm:prSet/>
      <dgm:spPr/>
      <dgm:t>
        <a:bodyPr/>
        <a:lstStyle/>
        <a:p>
          <a:endParaRPr lang="en-US"/>
        </a:p>
      </dgm:t>
    </dgm:pt>
    <dgm:pt modelId="{D22CDC3D-6964-4B36-BCB2-F9E33EA02EA6}">
      <dgm:prSet/>
      <dgm:spPr/>
      <dgm:t>
        <a:bodyPr/>
        <a:lstStyle/>
        <a:p>
          <a:r>
            <a:rPr lang="en-US"/>
            <a:t>This results in small incremental releases with each release building on previous functionality.</a:t>
          </a:r>
        </a:p>
      </dgm:t>
    </dgm:pt>
    <dgm:pt modelId="{56086C54-17E8-43EA-89DE-5BEAC789E551}" type="parTrans" cxnId="{2FE468B6-BDE5-4786-8DCF-360085A5E6EB}">
      <dgm:prSet/>
      <dgm:spPr/>
      <dgm:t>
        <a:bodyPr/>
        <a:lstStyle/>
        <a:p>
          <a:endParaRPr lang="en-US"/>
        </a:p>
      </dgm:t>
    </dgm:pt>
    <dgm:pt modelId="{BE537E33-AE4D-45BB-ACF7-17648C78EE27}" type="sibTrans" cxnId="{2FE468B6-BDE5-4786-8DCF-360085A5E6EB}">
      <dgm:prSet/>
      <dgm:spPr/>
      <dgm:t>
        <a:bodyPr/>
        <a:lstStyle/>
        <a:p>
          <a:endParaRPr lang="en-US"/>
        </a:p>
      </dgm:t>
    </dgm:pt>
    <dgm:pt modelId="{CC2FA5D2-F9C8-42FB-8476-4544524AB007}">
      <dgm:prSet/>
      <dgm:spPr/>
      <dgm:t>
        <a:bodyPr/>
        <a:lstStyle/>
        <a:p>
          <a:r>
            <a:rPr lang="en-US"/>
            <a:t>Each release is thoroughly </a:t>
          </a:r>
          <a:r>
            <a:rPr lang="en-US">
              <a:hlinkClick xmlns:r="http://schemas.openxmlformats.org/officeDocument/2006/relationships" r:id="rId2"/>
            </a:rPr>
            <a:t>tested</a:t>
          </a:r>
          <a:r>
            <a:rPr lang="en-US"/>
            <a:t> to ensure </a:t>
          </a:r>
          <a:r>
            <a:rPr lang="en-US">
              <a:hlinkClick xmlns:r="http://schemas.openxmlformats.org/officeDocument/2006/relationships" r:id="rId3"/>
            </a:rPr>
            <a:t>software quality</a:t>
          </a:r>
          <a:r>
            <a:rPr lang="en-US"/>
            <a:t> is maintained.</a:t>
          </a:r>
        </a:p>
      </dgm:t>
    </dgm:pt>
    <dgm:pt modelId="{A03934DF-666B-4AC0-A1A3-B0CAABDD2C5A}" type="parTrans" cxnId="{3D12492B-E3A6-44DE-924B-4A9918D78CD7}">
      <dgm:prSet/>
      <dgm:spPr/>
      <dgm:t>
        <a:bodyPr/>
        <a:lstStyle/>
        <a:p>
          <a:endParaRPr lang="en-US"/>
        </a:p>
      </dgm:t>
    </dgm:pt>
    <dgm:pt modelId="{AA64D94A-4623-4F43-980D-56D992D54B67}" type="sibTrans" cxnId="{3D12492B-E3A6-44DE-924B-4A9918D78CD7}">
      <dgm:prSet/>
      <dgm:spPr/>
      <dgm:t>
        <a:bodyPr/>
        <a:lstStyle/>
        <a:p>
          <a:endParaRPr lang="en-US"/>
        </a:p>
      </dgm:t>
    </dgm:pt>
    <dgm:pt modelId="{E3405FFA-930C-4F6F-B67D-F0D04409940D}">
      <dgm:prSet/>
      <dgm:spPr/>
      <dgm:t>
        <a:bodyPr/>
        <a:lstStyle/>
        <a:p>
          <a:r>
            <a:rPr lang="en-US"/>
            <a:t>It is used for time critical applications.  Extreme Programming (XP) is currently one of the most well known agile </a:t>
          </a:r>
          <a:r>
            <a:rPr lang="en-US">
              <a:hlinkClick xmlns:r="http://schemas.openxmlformats.org/officeDocument/2006/relationships" r:id="rId4"/>
            </a:rPr>
            <a:t>development life cycle model</a:t>
          </a:r>
          <a:r>
            <a:rPr lang="en-US"/>
            <a:t>.</a:t>
          </a:r>
        </a:p>
      </dgm:t>
    </dgm:pt>
    <dgm:pt modelId="{08DF2BCF-88D9-4F4C-980F-B5F2F16BBC4F}" type="parTrans" cxnId="{325C70A9-8A1D-4F52-8C4A-18E988D4EFCD}">
      <dgm:prSet/>
      <dgm:spPr/>
      <dgm:t>
        <a:bodyPr/>
        <a:lstStyle/>
        <a:p>
          <a:endParaRPr lang="en-US"/>
        </a:p>
      </dgm:t>
    </dgm:pt>
    <dgm:pt modelId="{971AA7BF-8357-43DA-A165-CE7541138EC1}" type="sibTrans" cxnId="{325C70A9-8A1D-4F52-8C4A-18E988D4EFCD}">
      <dgm:prSet/>
      <dgm:spPr/>
      <dgm:t>
        <a:bodyPr/>
        <a:lstStyle/>
        <a:p>
          <a:endParaRPr lang="en-US"/>
        </a:p>
      </dgm:t>
    </dgm:pt>
    <dgm:pt modelId="{3CFDB3E7-D035-4C86-AFF0-813D75C84093}" type="pres">
      <dgm:prSet presAssocID="{54073AE2-FFB0-4AB2-9C0F-7D0800342385}" presName="root" presStyleCnt="0">
        <dgm:presLayoutVars>
          <dgm:dir/>
          <dgm:resizeHandles val="exact"/>
        </dgm:presLayoutVars>
      </dgm:prSet>
      <dgm:spPr/>
    </dgm:pt>
    <dgm:pt modelId="{C562112E-2935-4E08-BC20-9704FAAB1DD2}" type="pres">
      <dgm:prSet presAssocID="{740EE430-3C69-48B6-A672-25382DB9A78E}" presName="compNode" presStyleCnt="0"/>
      <dgm:spPr/>
    </dgm:pt>
    <dgm:pt modelId="{886E6A27-E858-4165-BAE9-8F601D821034}" type="pres">
      <dgm:prSet presAssocID="{740EE430-3C69-48B6-A672-25382DB9A78E}" presName="bgRect" presStyleLbl="bgShp" presStyleIdx="0" presStyleCnt="5"/>
      <dgm:spPr/>
    </dgm:pt>
    <dgm:pt modelId="{AEA54BB9-22A3-4DCF-AD67-76249CB20A29}" type="pres">
      <dgm:prSet presAssocID="{740EE430-3C69-48B6-A672-25382DB9A78E}" presName="iconRect" presStyleLbl="node1" presStyleIdx="0"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orkflow"/>
        </a:ext>
      </dgm:extLst>
    </dgm:pt>
    <dgm:pt modelId="{3CAA1408-CD89-41E5-8501-C50F30555E1D}" type="pres">
      <dgm:prSet presAssocID="{740EE430-3C69-48B6-A672-25382DB9A78E}" presName="spaceRect" presStyleCnt="0"/>
      <dgm:spPr/>
    </dgm:pt>
    <dgm:pt modelId="{06E65755-B56E-4AE7-90E3-2E5055DDC414}" type="pres">
      <dgm:prSet presAssocID="{740EE430-3C69-48B6-A672-25382DB9A78E}" presName="parTx" presStyleLbl="revTx" presStyleIdx="0" presStyleCnt="5">
        <dgm:presLayoutVars>
          <dgm:chMax val="0"/>
          <dgm:chPref val="0"/>
        </dgm:presLayoutVars>
      </dgm:prSet>
      <dgm:spPr/>
    </dgm:pt>
    <dgm:pt modelId="{1CF38DF7-DF3D-46DE-94A5-B5FA6BB94772}" type="pres">
      <dgm:prSet presAssocID="{869D881C-2773-4182-81F6-AE73A156D69D}" presName="sibTrans" presStyleCnt="0"/>
      <dgm:spPr/>
    </dgm:pt>
    <dgm:pt modelId="{FED30E7B-E7AB-4C36-B393-36C6A170B806}" type="pres">
      <dgm:prSet presAssocID="{CC12E780-2271-4072-A49A-C410A5D770AE}" presName="compNode" presStyleCnt="0"/>
      <dgm:spPr/>
    </dgm:pt>
    <dgm:pt modelId="{42F476AA-E3B8-447A-A792-4FFEC8EF5604}" type="pres">
      <dgm:prSet presAssocID="{CC12E780-2271-4072-A49A-C410A5D770AE}" presName="bgRect" presStyleLbl="bgShp" presStyleIdx="1" presStyleCnt="5"/>
      <dgm:spPr/>
    </dgm:pt>
    <dgm:pt modelId="{6693F7FE-A6DF-4FD1-B160-0D7DEE5BC7F1}" type="pres">
      <dgm:prSet presAssocID="{CC12E780-2271-4072-A49A-C410A5D770AE}" presName="iconRect" presStyleLbl="node1" presStyleIdx="1"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rrow Circle"/>
        </a:ext>
      </dgm:extLst>
    </dgm:pt>
    <dgm:pt modelId="{9CCF777E-2F34-4259-9379-B35804A0C177}" type="pres">
      <dgm:prSet presAssocID="{CC12E780-2271-4072-A49A-C410A5D770AE}" presName="spaceRect" presStyleCnt="0"/>
      <dgm:spPr/>
    </dgm:pt>
    <dgm:pt modelId="{57958490-850D-41BF-A1FF-6957408A89C8}" type="pres">
      <dgm:prSet presAssocID="{CC12E780-2271-4072-A49A-C410A5D770AE}" presName="parTx" presStyleLbl="revTx" presStyleIdx="1" presStyleCnt="5">
        <dgm:presLayoutVars>
          <dgm:chMax val="0"/>
          <dgm:chPref val="0"/>
        </dgm:presLayoutVars>
      </dgm:prSet>
      <dgm:spPr/>
    </dgm:pt>
    <dgm:pt modelId="{532156E3-81AC-4944-843C-E9CB837C6FAC}" type="pres">
      <dgm:prSet presAssocID="{CEF8F88D-FA52-4A89-B8DD-91476F5557C2}" presName="sibTrans" presStyleCnt="0"/>
      <dgm:spPr/>
    </dgm:pt>
    <dgm:pt modelId="{668ECF94-32E4-43D0-91BC-93C8E9DC4D4D}" type="pres">
      <dgm:prSet presAssocID="{D22CDC3D-6964-4B36-BCB2-F9E33EA02EA6}" presName="compNode" presStyleCnt="0"/>
      <dgm:spPr/>
    </dgm:pt>
    <dgm:pt modelId="{9A02D587-752C-4AA5-AD8E-0ED0A2591992}" type="pres">
      <dgm:prSet presAssocID="{D22CDC3D-6964-4B36-BCB2-F9E33EA02EA6}" presName="bgRect" presStyleLbl="bgShp" presStyleIdx="2" presStyleCnt="5"/>
      <dgm:spPr/>
    </dgm:pt>
    <dgm:pt modelId="{8A7799B2-F555-4811-B11F-BF19495E8159}" type="pres">
      <dgm:prSet presAssocID="{D22CDC3D-6964-4B36-BCB2-F9E33EA02EA6}" presName="iconRect" presStyleLbl="node1" presStyleIdx="2"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chart"/>
        </a:ext>
      </dgm:extLst>
    </dgm:pt>
    <dgm:pt modelId="{F449DA66-7CF6-4F01-B972-6DA9E08211D2}" type="pres">
      <dgm:prSet presAssocID="{D22CDC3D-6964-4B36-BCB2-F9E33EA02EA6}" presName="spaceRect" presStyleCnt="0"/>
      <dgm:spPr/>
    </dgm:pt>
    <dgm:pt modelId="{60A1E4F2-1633-487F-96F8-D6B775ACF60B}" type="pres">
      <dgm:prSet presAssocID="{D22CDC3D-6964-4B36-BCB2-F9E33EA02EA6}" presName="parTx" presStyleLbl="revTx" presStyleIdx="2" presStyleCnt="5">
        <dgm:presLayoutVars>
          <dgm:chMax val="0"/>
          <dgm:chPref val="0"/>
        </dgm:presLayoutVars>
      </dgm:prSet>
      <dgm:spPr/>
    </dgm:pt>
    <dgm:pt modelId="{1F473E59-E6F3-47FA-9284-AC9B6EF0E559}" type="pres">
      <dgm:prSet presAssocID="{BE537E33-AE4D-45BB-ACF7-17648C78EE27}" presName="sibTrans" presStyleCnt="0"/>
      <dgm:spPr/>
    </dgm:pt>
    <dgm:pt modelId="{94006EAF-1036-442C-A466-CE895AD65220}" type="pres">
      <dgm:prSet presAssocID="{CC2FA5D2-F9C8-42FB-8476-4544524AB007}" presName="compNode" presStyleCnt="0"/>
      <dgm:spPr/>
    </dgm:pt>
    <dgm:pt modelId="{6787CAC6-9122-4EB4-9C7E-4AF15CD10692}" type="pres">
      <dgm:prSet presAssocID="{CC2FA5D2-F9C8-42FB-8476-4544524AB007}" presName="bgRect" presStyleLbl="bgShp" presStyleIdx="3" presStyleCnt="5"/>
      <dgm:spPr/>
    </dgm:pt>
    <dgm:pt modelId="{60162DD8-93E2-40EB-BE03-6CE59CCB5C63}" type="pres">
      <dgm:prSet presAssocID="{CC2FA5D2-F9C8-42FB-8476-4544524AB007}" presName="iconRect" presStyleLbl="node1" presStyleIdx="3" presStyleCnt="5"/>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Web Design"/>
        </a:ext>
      </dgm:extLst>
    </dgm:pt>
    <dgm:pt modelId="{DBC31A28-E00B-49CF-A56D-566136B83466}" type="pres">
      <dgm:prSet presAssocID="{CC2FA5D2-F9C8-42FB-8476-4544524AB007}" presName="spaceRect" presStyleCnt="0"/>
      <dgm:spPr/>
    </dgm:pt>
    <dgm:pt modelId="{F77DE882-2DCB-4141-A28B-A0E599F62E72}" type="pres">
      <dgm:prSet presAssocID="{CC2FA5D2-F9C8-42FB-8476-4544524AB007}" presName="parTx" presStyleLbl="revTx" presStyleIdx="3" presStyleCnt="5">
        <dgm:presLayoutVars>
          <dgm:chMax val="0"/>
          <dgm:chPref val="0"/>
        </dgm:presLayoutVars>
      </dgm:prSet>
      <dgm:spPr/>
    </dgm:pt>
    <dgm:pt modelId="{73E3C8E9-2E35-4892-9CDA-4C3E48670AB1}" type="pres">
      <dgm:prSet presAssocID="{AA64D94A-4623-4F43-980D-56D992D54B67}" presName="sibTrans" presStyleCnt="0"/>
      <dgm:spPr/>
    </dgm:pt>
    <dgm:pt modelId="{E1F4D466-DA44-4578-9D36-08ABF9CA0438}" type="pres">
      <dgm:prSet presAssocID="{E3405FFA-930C-4F6F-B67D-F0D04409940D}" presName="compNode" presStyleCnt="0"/>
      <dgm:spPr/>
    </dgm:pt>
    <dgm:pt modelId="{0A622C5D-548B-4DC4-BF8D-F866DAF3E353}" type="pres">
      <dgm:prSet presAssocID="{E3405FFA-930C-4F6F-B67D-F0D04409940D}" presName="bgRect" presStyleLbl="bgShp" presStyleIdx="4" presStyleCnt="5"/>
      <dgm:spPr/>
    </dgm:pt>
    <dgm:pt modelId="{08B8F292-9222-4DA8-84A7-34A94AC905BA}" type="pres">
      <dgm:prSet presAssocID="{E3405FFA-930C-4F6F-B67D-F0D04409940D}" presName="iconRect" presStyleLbl="node1" presStyleIdx="4" presStyleCnt="5"/>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Processor"/>
        </a:ext>
      </dgm:extLst>
    </dgm:pt>
    <dgm:pt modelId="{7B575920-9346-4E96-A771-A95618DDD7CA}" type="pres">
      <dgm:prSet presAssocID="{E3405FFA-930C-4F6F-B67D-F0D04409940D}" presName="spaceRect" presStyleCnt="0"/>
      <dgm:spPr/>
    </dgm:pt>
    <dgm:pt modelId="{E9D371E0-2D62-4B1E-93DF-E6247BBF412A}" type="pres">
      <dgm:prSet presAssocID="{E3405FFA-930C-4F6F-B67D-F0D04409940D}" presName="parTx" presStyleLbl="revTx" presStyleIdx="4" presStyleCnt="5">
        <dgm:presLayoutVars>
          <dgm:chMax val="0"/>
          <dgm:chPref val="0"/>
        </dgm:presLayoutVars>
      </dgm:prSet>
      <dgm:spPr/>
    </dgm:pt>
  </dgm:ptLst>
  <dgm:cxnLst>
    <dgm:cxn modelId="{E8E57210-23F6-4C21-96BA-F092C7E29628}" srcId="{54073AE2-FFB0-4AB2-9C0F-7D0800342385}" destId="{740EE430-3C69-48B6-A672-25382DB9A78E}" srcOrd="0" destOrd="0" parTransId="{08C14F67-7C19-42CA-981D-7016FBC90022}" sibTransId="{869D881C-2773-4182-81F6-AE73A156D69D}"/>
    <dgm:cxn modelId="{3D12492B-E3A6-44DE-924B-4A9918D78CD7}" srcId="{54073AE2-FFB0-4AB2-9C0F-7D0800342385}" destId="{CC2FA5D2-F9C8-42FB-8476-4544524AB007}" srcOrd="3" destOrd="0" parTransId="{A03934DF-666B-4AC0-A1A3-B0CAABDD2C5A}" sibTransId="{AA64D94A-4623-4F43-980D-56D992D54B67}"/>
    <dgm:cxn modelId="{6B82D44A-9883-4AE9-996C-C9C2BF5A3C1E}" srcId="{54073AE2-FFB0-4AB2-9C0F-7D0800342385}" destId="{CC12E780-2271-4072-A49A-C410A5D770AE}" srcOrd="1" destOrd="0" parTransId="{3D5D832F-8895-40F1-9E0F-48E6016B6924}" sibTransId="{CEF8F88D-FA52-4A89-B8DD-91476F5557C2}"/>
    <dgm:cxn modelId="{0F05654D-A86B-4D2C-AF17-7FEE2C99E834}" type="presOf" srcId="{E3405FFA-930C-4F6F-B67D-F0D04409940D}" destId="{E9D371E0-2D62-4B1E-93DF-E6247BBF412A}" srcOrd="0" destOrd="0" presId="urn:microsoft.com/office/officeart/2018/2/layout/IconVerticalSolidList"/>
    <dgm:cxn modelId="{E8B86787-D287-4345-A9F0-14137780B923}" type="presOf" srcId="{740EE430-3C69-48B6-A672-25382DB9A78E}" destId="{06E65755-B56E-4AE7-90E3-2E5055DDC414}" srcOrd="0" destOrd="0" presId="urn:microsoft.com/office/officeart/2018/2/layout/IconVerticalSolidList"/>
    <dgm:cxn modelId="{F51DCFA5-E989-4FF4-941A-44B553EAC20B}" type="presOf" srcId="{D22CDC3D-6964-4B36-BCB2-F9E33EA02EA6}" destId="{60A1E4F2-1633-487F-96F8-D6B775ACF60B}" srcOrd="0" destOrd="0" presId="urn:microsoft.com/office/officeart/2018/2/layout/IconVerticalSolidList"/>
    <dgm:cxn modelId="{325C70A9-8A1D-4F52-8C4A-18E988D4EFCD}" srcId="{54073AE2-FFB0-4AB2-9C0F-7D0800342385}" destId="{E3405FFA-930C-4F6F-B67D-F0D04409940D}" srcOrd="4" destOrd="0" parTransId="{08DF2BCF-88D9-4F4C-980F-B5F2F16BBC4F}" sibTransId="{971AA7BF-8357-43DA-A165-CE7541138EC1}"/>
    <dgm:cxn modelId="{66A0B2AC-3D31-45CA-852C-437FAF923CAD}" type="presOf" srcId="{CC2FA5D2-F9C8-42FB-8476-4544524AB007}" destId="{F77DE882-2DCB-4141-A28B-A0E599F62E72}" srcOrd="0" destOrd="0" presId="urn:microsoft.com/office/officeart/2018/2/layout/IconVerticalSolidList"/>
    <dgm:cxn modelId="{2FE468B6-BDE5-4786-8DCF-360085A5E6EB}" srcId="{54073AE2-FFB0-4AB2-9C0F-7D0800342385}" destId="{D22CDC3D-6964-4B36-BCB2-F9E33EA02EA6}" srcOrd="2" destOrd="0" parTransId="{56086C54-17E8-43EA-89DE-5BEAC789E551}" sibTransId="{BE537E33-AE4D-45BB-ACF7-17648C78EE27}"/>
    <dgm:cxn modelId="{ED94BBBC-0DE7-42D7-99C7-EA6E75F53727}" type="presOf" srcId="{CC12E780-2271-4072-A49A-C410A5D770AE}" destId="{57958490-850D-41BF-A1FF-6957408A89C8}" srcOrd="0" destOrd="0" presId="urn:microsoft.com/office/officeart/2018/2/layout/IconVerticalSolidList"/>
    <dgm:cxn modelId="{F306FDE3-E7C5-4C44-AFE1-65D21F7F5AA6}" type="presOf" srcId="{54073AE2-FFB0-4AB2-9C0F-7D0800342385}" destId="{3CFDB3E7-D035-4C86-AFF0-813D75C84093}" srcOrd="0" destOrd="0" presId="urn:microsoft.com/office/officeart/2018/2/layout/IconVerticalSolidList"/>
    <dgm:cxn modelId="{BED16C18-A84A-4E09-8002-12B0AECDCF81}" type="presParOf" srcId="{3CFDB3E7-D035-4C86-AFF0-813D75C84093}" destId="{C562112E-2935-4E08-BC20-9704FAAB1DD2}" srcOrd="0" destOrd="0" presId="urn:microsoft.com/office/officeart/2018/2/layout/IconVerticalSolidList"/>
    <dgm:cxn modelId="{AFC16BB7-8333-4D52-A4C0-392068AED2A9}" type="presParOf" srcId="{C562112E-2935-4E08-BC20-9704FAAB1DD2}" destId="{886E6A27-E858-4165-BAE9-8F601D821034}" srcOrd="0" destOrd="0" presId="urn:microsoft.com/office/officeart/2018/2/layout/IconVerticalSolidList"/>
    <dgm:cxn modelId="{EBE7DB1E-ABCD-4BE2-A24A-57FFD2E792F4}" type="presParOf" srcId="{C562112E-2935-4E08-BC20-9704FAAB1DD2}" destId="{AEA54BB9-22A3-4DCF-AD67-76249CB20A29}" srcOrd="1" destOrd="0" presId="urn:microsoft.com/office/officeart/2018/2/layout/IconVerticalSolidList"/>
    <dgm:cxn modelId="{04F857CA-8CD5-4987-B469-A76DEDEBC376}" type="presParOf" srcId="{C562112E-2935-4E08-BC20-9704FAAB1DD2}" destId="{3CAA1408-CD89-41E5-8501-C50F30555E1D}" srcOrd="2" destOrd="0" presId="urn:microsoft.com/office/officeart/2018/2/layout/IconVerticalSolidList"/>
    <dgm:cxn modelId="{AC4EE92E-6B14-4ED6-8D4B-5C9E90A5E5A2}" type="presParOf" srcId="{C562112E-2935-4E08-BC20-9704FAAB1DD2}" destId="{06E65755-B56E-4AE7-90E3-2E5055DDC414}" srcOrd="3" destOrd="0" presId="urn:microsoft.com/office/officeart/2018/2/layout/IconVerticalSolidList"/>
    <dgm:cxn modelId="{74E8C6CC-16F9-401D-85EE-BA67F9964DBE}" type="presParOf" srcId="{3CFDB3E7-D035-4C86-AFF0-813D75C84093}" destId="{1CF38DF7-DF3D-46DE-94A5-B5FA6BB94772}" srcOrd="1" destOrd="0" presId="urn:microsoft.com/office/officeart/2018/2/layout/IconVerticalSolidList"/>
    <dgm:cxn modelId="{68EBA315-AC6D-4179-8BB2-E0C3CD12E61B}" type="presParOf" srcId="{3CFDB3E7-D035-4C86-AFF0-813D75C84093}" destId="{FED30E7B-E7AB-4C36-B393-36C6A170B806}" srcOrd="2" destOrd="0" presId="urn:microsoft.com/office/officeart/2018/2/layout/IconVerticalSolidList"/>
    <dgm:cxn modelId="{704F4E62-0022-46C9-BE37-024ED3FC3715}" type="presParOf" srcId="{FED30E7B-E7AB-4C36-B393-36C6A170B806}" destId="{42F476AA-E3B8-447A-A792-4FFEC8EF5604}" srcOrd="0" destOrd="0" presId="urn:microsoft.com/office/officeart/2018/2/layout/IconVerticalSolidList"/>
    <dgm:cxn modelId="{59919C6E-27C6-45B1-A829-77061B1B3572}" type="presParOf" srcId="{FED30E7B-E7AB-4C36-B393-36C6A170B806}" destId="{6693F7FE-A6DF-4FD1-B160-0D7DEE5BC7F1}" srcOrd="1" destOrd="0" presId="urn:microsoft.com/office/officeart/2018/2/layout/IconVerticalSolidList"/>
    <dgm:cxn modelId="{5E0A227E-288C-4228-BB26-E02A804462BC}" type="presParOf" srcId="{FED30E7B-E7AB-4C36-B393-36C6A170B806}" destId="{9CCF777E-2F34-4259-9379-B35804A0C177}" srcOrd="2" destOrd="0" presId="urn:microsoft.com/office/officeart/2018/2/layout/IconVerticalSolidList"/>
    <dgm:cxn modelId="{15AEEADF-D3B7-4589-BF5D-2B08CFB45A0D}" type="presParOf" srcId="{FED30E7B-E7AB-4C36-B393-36C6A170B806}" destId="{57958490-850D-41BF-A1FF-6957408A89C8}" srcOrd="3" destOrd="0" presId="urn:microsoft.com/office/officeart/2018/2/layout/IconVerticalSolidList"/>
    <dgm:cxn modelId="{3631BBC6-0292-451C-BB2F-051D9E8A1E14}" type="presParOf" srcId="{3CFDB3E7-D035-4C86-AFF0-813D75C84093}" destId="{532156E3-81AC-4944-843C-E9CB837C6FAC}" srcOrd="3" destOrd="0" presId="urn:microsoft.com/office/officeart/2018/2/layout/IconVerticalSolidList"/>
    <dgm:cxn modelId="{88577D9D-F872-4564-9D32-F5CCED24E289}" type="presParOf" srcId="{3CFDB3E7-D035-4C86-AFF0-813D75C84093}" destId="{668ECF94-32E4-43D0-91BC-93C8E9DC4D4D}" srcOrd="4" destOrd="0" presId="urn:microsoft.com/office/officeart/2018/2/layout/IconVerticalSolidList"/>
    <dgm:cxn modelId="{3BEB27BC-3EBC-4777-BCC3-7A27E9773618}" type="presParOf" srcId="{668ECF94-32E4-43D0-91BC-93C8E9DC4D4D}" destId="{9A02D587-752C-4AA5-AD8E-0ED0A2591992}" srcOrd="0" destOrd="0" presId="urn:microsoft.com/office/officeart/2018/2/layout/IconVerticalSolidList"/>
    <dgm:cxn modelId="{2E7A9ABD-EF57-493D-9936-236C4711165D}" type="presParOf" srcId="{668ECF94-32E4-43D0-91BC-93C8E9DC4D4D}" destId="{8A7799B2-F555-4811-B11F-BF19495E8159}" srcOrd="1" destOrd="0" presId="urn:microsoft.com/office/officeart/2018/2/layout/IconVerticalSolidList"/>
    <dgm:cxn modelId="{AD9CEBBE-624F-4FD1-9683-A7FCAC1DF195}" type="presParOf" srcId="{668ECF94-32E4-43D0-91BC-93C8E9DC4D4D}" destId="{F449DA66-7CF6-4F01-B972-6DA9E08211D2}" srcOrd="2" destOrd="0" presId="urn:microsoft.com/office/officeart/2018/2/layout/IconVerticalSolidList"/>
    <dgm:cxn modelId="{53440699-CF04-4F56-AF42-AB3E63681A6A}" type="presParOf" srcId="{668ECF94-32E4-43D0-91BC-93C8E9DC4D4D}" destId="{60A1E4F2-1633-487F-96F8-D6B775ACF60B}" srcOrd="3" destOrd="0" presId="urn:microsoft.com/office/officeart/2018/2/layout/IconVerticalSolidList"/>
    <dgm:cxn modelId="{3CA1DB81-379C-4F6B-8E6B-BEFFA38829A2}" type="presParOf" srcId="{3CFDB3E7-D035-4C86-AFF0-813D75C84093}" destId="{1F473E59-E6F3-47FA-9284-AC9B6EF0E559}" srcOrd="5" destOrd="0" presId="urn:microsoft.com/office/officeart/2018/2/layout/IconVerticalSolidList"/>
    <dgm:cxn modelId="{24E0B7B9-6EB6-4581-B76E-AE9056D8AD27}" type="presParOf" srcId="{3CFDB3E7-D035-4C86-AFF0-813D75C84093}" destId="{94006EAF-1036-442C-A466-CE895AD65220}" srcOrd="6" destOrd="0" presId="urn:microsoft.com/office/officeart/2018/2/layout/IconVerticalSolidList"/>
    <dgm:cxn modelId="{7AFE788C-2DBB-4580-A982-7DA6B2633FED}" type="presParOf" srcId="{94006EAF-1036-442C-A466-CE895AD65220}" destId="{6787CAC6-9122-4EB4-9C7E-4AF15CD10692}" srcOrd="0" destOrd="0" presId="urn:microsoft.com/office/officeart/2018/2/layout/IconVerticalSolidList"/>
    <dgm:cxn modelId="{CB0A5B8A-8B2D-4025-BF90-8C7F8CB456BB}" type="presParOf" srcId="{94006EAF-1036-442C-A466-CE895AD65220}" destId="{60162DD8-93E2-40EB-BE03-6CE59CCB5C63}" srcOrd="1" destOrd="0" presId="urn:microsoft.com/office/officeart/2018/2/layout/IconVerticalSolidList"/>
    <dgm:cxn modelId="{7AC0C559-A0BB-418A-B130-989BA5EDE572}" type="presParOf" srcId="{94006EAF-1036-442C-A466-CE895AD65220}" destId="{DBC31A28-E00B-49CF-A56D-566136B83466}" srcOrd="2" destOrd="0" presId="urn:microsoft.com/office/officeart/2018/2/layout/IconVerticalSolidList"/>
    <dgm:cxn modelId="{D6562F10-7D47-4BD6-9E51-129D83DC5982}" type="presParOf" srcId="{94006EAF-1036-442C-A466-CE895AD65220}" destId="{F77DE882-2DCB-4141-A28B-A0E599F62E72}" srcOrd="3" destOrd="0" presId="urn:microsoft.com/office/officeart/2018/2/layout/IconVerticalSolidList"/>
    <dgm:cxn modelId="{50A957ED-7F2A-415C-83E3-2EF5A8F1639F}" type="presParOf" srcId="{3CFDB3E7-D035-4C86-AFF0-813D75C84093}" destId="{73E3C8E9-2E35-4892-9CDA-4C3E48670AB1}" srcOrd="7" destOrd="0" presId="urn:microsoft.com/office/officeart/2018/2/layout/IconVerticalSolidList"/>
    <dgm:cxn modelId="{577366E5-3CA8-4456-95C0-0F67FED86DF3}" type="presParOf" srcId="{3CFDB3E7-D035-4C86-AFF0-813D75C84093}" destId="{E1F4D466-DA44-4578-9D36-08ABF9CA0438}" srcOrd="8" destOrd="0" presId="urn:microsoft.com/office/officeart/2018/2/layout/IconVerticalSolidList"/>
    <dgm:cxn modelId="{845D11DC-D8B7-4FF7-ADE6-4332D9EF45D8}" type="presParOf" srcId="{E1F4D466-DA44-4578-9D36-08ABF9CA0438}" destId="{0A622C5D-548B-4DC4-BF8D-F866DAF3E353}" srcOrd="0" destOrd="0" presId="urn:microsoft.com/office/officeart/2018/2/layout/IconVerticalSolidList"/>
    <dgm:cxn modelId="{271252BD-AB31-4DF0-95EC-EA9B4A16036C}" type="presParOf" srcId="{E1F4D466-DA44-4578-9D36-08ABF9CA0438}" destId="{08B8F292-9222-4DA8-84A7-34A94AC905BA}" srcOrd="1" destOrd="0" presId="urn:microsoft.com/office/officeart/2018/2/layout/IconVerticalSolidList"/>
    <dgm:cxn modelId="{5E0F1132-0012-4C59-B6A7-D54B600EE2CB}" type="presParOf" srcId="{E1F4D466-DA44-4578-9D36-08ABF9CA0438}" destId="{7B575920-9346-4E96-A771-A95618DDD7CA}" srcOrd="2" destOrd="0" presId="urn:microsoft.com/office/officeart/2018/2/layout/IconVerticalSolidList"/>
    <dgm:cxn modelId="{3D9CC9DE-E3B4-435F-A88F-750CF6E7AFB3}" type="presParOf" srcId="{E1F4D466-DA44-4578-9D36-08ABF9CA0438}" destId="{E9D371E0-2D62-4B1E-93DF-E6247BBF412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B2B4147-BAC9-48B0-9801-1484945D948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3D1A557-44CC-4A10-9B9A-4F8F5518C146}">
      <dgm:prSet/>
      <dgm:spPr/>
      <dgm:t>
        <a:bodyPr/>
        <a:lstStyle/>
        <a:p>
          <a:pPr>
            <a:lnSpc>
              <a:spcPct val="100000"/>
            </a:lnSpc>
          </a:pPr>
          <a:r>
            <a:rPr lang="en-US"/>
            <a:t>An iterative life cycle model does not attempt to start with a full specification of requirements. </a:t>
          </a:r>
        </a:p>
      </dgm:t>
    </dgm:pt>
    <dgm:pt modelId="{E7F96D10-9800-41FC-9EF0-0CD3A406019B}" type="parTrans" cxnId="{5C77AA75-42A4-45F9-900C-0C322D8A16EC}">
      <dgm:prSet/>
      <dgm:spPr/>
      <dgm:t>
        <a:bodyPr/>
        <a:lstStyle/>
        <a:p>
          <a:endParaRPr lang="en-US"/>
        </a:p>
      </dgm:t>
    </dgm:pt>
    <dgm:pt modelId="{06E247E2-F510-4AA8-9AE3-27375608F3A7}" type="sibTrans" cxnId="{5C77AA75-42A4-45F9-900C-0C322D8A16EC}">
      <dgm:prSet/>
      <dgm:spPr/>
      <dgm:t>
        <a:bodyPr/>
        <a:lstStyle/>
        <a:p>
          <a:endParaRPr lang="en-US"/>
        </a:p>
      </dgm:t>
    </dgm:pt>
    <dgm:pt modelId="{391A8DBC-7889-41CA-9DA7-05719A8AE485}">
      <dgm:prSet/>
      <dgm:spPr/>
      <dgm:t>
        <a:bodyPr/>
        <a:lstStyle/>
        <a:p>
          <a:pPr>
            <a:lnSpc>
              <a:spcPct val="100000"/>
            </a:lnSpc>
          </a:pPr>
          <a:r>
            <a:rPr lang="en-US"/>
            <a:t>Instead, development begins by specifying and implementing just part of the software, which can then be reviewed in order to identify further requirements.</a:t>
          </a:r>
        </a:p>
      </dgm:t>
    </dgm:pt>
    <dgm:pt modelId="{E219D34E-FBF8-4B9E-89E7-C457212E874D}" type="parTrans" cxnId="{E572C4E0-C71D-4D61-A1C7-C54CC4CC004B}">
      <dgm:prSet/>
      <dgm:spPr/>
      <dgm:t>
        <a:bodyPr/>
        <a:lstStyle/>
        <a:p>
          <a:endParaRPr lang="en-US"/>
        </a:p>
      </dgm:t>
    </dgm:pt>
    <dgm:pt modelId="{A635C5E6-CC64-4154-945D-E3E7D97E1EE2}" type="sibTrans" cxnId="{E572C4E0-C71D-4D61-A1C7-C54CC4CC004B}">
      <dgm:prSet/>
      <dgm:spPr/>
      <dgm:t>
        <a:bodyPr/>
        <a:lstStyle/>
        <a:p>
          <a:endParaRPr lang="en-US"/>
        </a:p>
      </dgm:t>
    </dgm:pt>
    <dgm:pt modelId="{A86F93B0-F0ED-4FB7-9BC9-8ACCDD35B154}">
      <dgm:prSet/>
      <dgm:spPr/>
      <dgm:t>
        <a:bodyPr/>
        <a:lstStyle/>
        <a:p>
          <a:pPr>
            <a:lnSpc>
              <a:spcPct val="100000"/>
            </a:lnSpc>
          </a:pPr>
          <a:r>
            <a:rPr lang="en-US"/>
            <a:t>This process is then repeated, producing a new version of the software for each cycle of the model.</a:t>
          </a:r>
        </a:p>
      </dgm:t>
    </dgm:pt>
    <dgm:pt modelId="{3AC27CD7-7A8E-48B1-81FD-8FD9FA24F263}" type="parTrans" cxnId="{02B23AB8-C3F7-4612-8BAD-5AEFE480C7B2}">
      <dgm:prSet/>
      <dgm:spPr/>
      <dgm:t>
        <a:bodyPr/>
        <a:lstStyle/>
        <a:p>
          <a:endParaRPr lang="en-US"/>
        </a:p>
      </dgm:t>
    </dgm:pt>
    <dgm:pt modelId="{47A683BF-CA81-486F-AAA1-0E015A5B651B}" type="sibTrans" cxnId="{02B23AB8-C3F7-4612-8BAD-5AEFE480C7B2}">
      <dgm:prSet/>
      <dgm:spPr/>
      <dgm:t>
        <a:bodyPr/>
        <a:lstStyle/>
        <a:p>
          <a:endParaRPr lang="en-US"/>
        </a:p>
      </dgm:t>
    </dgm:pt>
    <dgm:pt modelId="{52E7A218-675C-450C-8D86-3F6CCCBACB95}" type="pres">
      <dgm:prSet presAssocID="{3B2B4147-BAC9-48B0-9801-1484945D948B}" presName="root" presStyleCnt="0">
        <dgm:presLayoutVars>
          <dgm:dir/>
          <dgm:resizeHandles val="exact"/>
        </dgm:presLayoutVars>
      </dgm:prSet>
      <dgm:spPr/>
    </dgm:pt>
    <dgm:pt modelId="{B024EB32-0C5F-48EB-85E8-BD5647EADD62}" type="pres">
      <dgm:prSet presAssocID="{A3D1A557-44CC-4A10-9B9A-4F8F5518C146}" presName="compNode" presStyleCnt="0"/>
      <dgm:spPr/>
    </dgm:pt>
    <dgm:pt modelId="{96FB82E2-C3EE-464A-88EE-2D4FECEB1370}" type="pres">
      <dgm:prSet presAssocID="{A3D1A557-44CC-4A10-9B9A-4F8F5518C146}" presName="bgRect" presStyleLbl="bgShp" presStyleIdx="0" presStyleCnt="3"/>
      <dgm:spPr/>
    </dgm:pt>
    <dgm:pt modelId="{5B62BD07-6592-47D4-B6AC-A4926027E4AE}" type="pres">
      <dgm:prSet presAssocID="{A3D1A557-44CC-4A10-9B9A-4F8F5518C14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0B16D30D-2F41-42CB-B7FF-DAE1B8004E3C}" type="pres">
      <dgm:prSet presAssocID="{A3D1A557-44CC-4A10-9B9A-4F8F5518C146}" presName="spaceRect" presStyleCnt="0"/>
      <dgm:spPr/>
    </dgm:pt>
    <dgm:pt modelId="{EFA3EA1A-8EA6-4729-83DA-E06DC029D72F}" type="pres">
      <dgm:prSet presAssocID="{A3D1A557-44CC-4A10-9B9A-4F8F5518C146}" presName="parTx" presStyleLbl="revTx" presStyleIdx="0" presStyleCnt="3">
        <dgm:presLayoutVars>
          <dgm:chMax val="0"/>
          <dgm:chPref val="0"/>
        </dgm:presLayoutVars>
      </dgm:prSet>
      <dgm:spPr/>
    </dgm:pt>
    <dgm:pt modelId="{8FB1E495-F211-4A92-9A11-655136CF2B46}" type="pres">
      <dgm:prSet presAssocID="{06E247E2-F510-4AA8-9AE3-27375608F3A7}" presName="sibTrans" presStyleCnt="0"/>
      <dgm:spPr/>
    </dgm:pt>
    <dgm:pt modelId="{075AB96F-927E-46DD-B2A3-0597068991E0}" type="pres">
      <dgm:prSet presAssocID="{391A8DBC-7889-41CA-9DA7-05719A8AE485}" presName="compNode" presStyleCnt="0"/>
      <dgm:spPr/>
    </dgm:pt>
    <dgm:pt modelId="{4C65386F-AAC8-4C37-B635-BC3FAC6F7F60}" type="pres">
      <dgm:prSet presAssocID="{391A8DBC-7889-41CA-9DA7-05719A8AE485}" presName="bgRect" presStyleLbl="bgShp" presStyleIdx="1" presStyleCnt="3"/>
      <dgm:spPr/>
    </dgm:pt>
    <dgm:pt modelId="{74EEFA00-A7E2-49BB-8746-34E840CA98C9}" type="pres">
      <dgm:prSet presAssocID="{391A8DBC-7889-41CA-9DA7-05719A8AE48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eb Design"/>
        </a:ext>
      </dgm:extLst>
    </dgm:pt>
    <dgm:pt modelId="{3003C8ED-0639-4AAF-B095-EE391643D170}" type="pres">
      <dgm:prSet presAssocID="{391A8DBC-7889-41CA-9DA7-05719A8AE485}" presName="spaceRect" presStyleCnt="0"/>
      <dgm:spPr/>
    </dgm:pt>
    <dgm:pt modelId="{FE678A92-893D-4686-81B2-68EEE4F33479}" type="pres">
      <dgm:prSet presAssocID="{391A8DBC-7889-41CA-9DA7-05719A8AE485}" presName="parTx" presStyleLbl="revTx" presStyleIdx="1" presStyleCnt="3">
        <dgm:presLayoutVars>
          <dgm:chMax val="0"/>
          <dgm:chPref val="0"/>
        </dgm:presLayoutVars>
      </dgm:prSet>
      <dgm:spPr/>
    </dgm:pt>
    <dgm:pt modelId="{8B6187E9-887B-408D-BED9-8A4E7B3BFF21}" type="pres">
      <dgm:prSet presAssocID="{A635C5E6-CC64-4154-945D-E3E7D97E1EE2}" presName="sibTrans" presStyleCnt="0"/>
      <dgm:spPr/>
    </dgm:pt>
    <dgm:pt modelId="{FF7F2139-07C0-41D4-9A89-B5DDFEBDA8F2}" type="pres">
      <dgm:prSet presAssocID="{A86F93B0-F0ED-4FB7-9BC9-8ACCDD35B154}" presName="compNode" presStyleCnt="0"/>
      <dgm:spPr/>
    </dgm:pt>
    <dgm:pt modelId="{DBF191B0-73DF-4E51-BADD-3E28020C2DCF}" type="pres">
      <dgm:prSet presAssocID="{A86F93B0-F0ED-4FB7-9BC9-8ACCDD35B154}" presName="bgRect" presStyleLbl="bgShp" presStyleIdx="2" presStyleCnt="3"/>
      <dgm:spPr/>
    </dgm:pt>
    <dgm:pt modelId="{AE171459-9A32-4EC4-A736-B9E3E46E291A}" type="pres">
      <dgm:prSet presAssocID="{A86F93B0-F0ED-4FB7-9BC9-8ACCDD35B15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orkflow"/>
        </a:ext>
      </dgm:extLst>
    </dgm:pt>
    <dgm:pt modelId="{F1F8F12E-9F7F-4912-B55C-644CB3392012}" type="pres">
      <dgm:prSet presAssocID="{A86F93B0-F0ED-4FB7-9BC9-8ACCDD35B154}" presName="spaceRect" presStyleCnt="0"/>
      <dgm:spPr/>
    </dgm:pt>
    <dgm:pt modelId="{CF710C61-78F0-4811-9530-EE328341A287}" type="pres">
      <dgm:prSet presAssocID="{A86F93B0-F0ED-4FB7-9BC9-8ACCDD35B154}" presName="parTx" presStyleLbl="revTx" presStyleIdx="2" presStyleCnt="3">
        <dgm:presLayoutVars>
          <dgm:chMax val="0"/>
          <dgm:chPref val="0"/>
        </dgm:presLayoutVars>
      </dgm:prSet>
      <dgm:spPr/>
    </dgm:pt>
  </dgm:ptLst>
  <dgm:cxnLst>
    <dgm:cxn modelId="{E0570639-2A6D-4874-B3C6-5904D7E3483A}" type="presOf" srcId="{A86F93B0-F0ED-4FB7-9BC9-8ACCDD35B154}" destId="{CF710C61-78F0-4811-9530-EE328341A287}" srcOrd="0" destOrd="0" presId="urn:microsoft.com/office/officeart/2018/2/layout/IconVerticalSolidList"/>
    <dgm:cxn modelId="{C6CB4B6B-3D13-4A75-A409-C91C3AF2F1B1}" type="presOf" srcId="{391A8DBC-7889-41CA-9DA7-05719A8AE485}" destId="{FE678A92-893D-4686-81B2-68EEE4F33479}" srcOrd="0" destOrd="0" presId="urn:microsoft.com/office/officeart/2018/2/layout/IconVerticalSolidList"/>
    <dgm:cxn modelId="{369BFC4F-CF6C-4B8D-A3B1-DDE08F98A80B}" type="presOf" srcId="{A3D1A557-44CC-4A10-9B9A-4F8F5518C146}" destId="{EFA3EA1A-8EA6-4729-83DA-E06DC029D72F}" srcOrd="0" destOrd="0" presId="urn:microsoft.com/office/officeart/2018/2/layout/IconVerticalSolidList"/>
    <dgm:cxn modelId="{5C77AA75-42A4-45F9-900C-0C322D8A16EC}" srcId="{3B2B4147-BAC9-48B0-9801-1484945D948B}" destId="{A3D1A557-44CC-4A10-9B9A-4F8F5518C146}" srcOrd="0" destOrd="0" parTransId="{E7F96D10-9800-41FC-9EF0-0CD3A406019B}" sibTransId="{06E247E2-F510-4AA8-9AE3-27375608F3A7}"/>
    <dgm:cxn modelId="{02B23AB8-C3F7-4612-8BAD-5AEFE480C7B2}" srcId="{3B2B4147-BAC9-48B0-9801-1484945D948B}" destId="{A86F93B0-F0ED-4FB7-9BC9-8ACCDD35B154}" srcOrd="2" destOrd="0" parTransId="{3AC27CD7-7A8E-48B1-81FD-8FD9FA24F263}" sibTransId="{47A683BF-CA81-486F-AAA1-0E015A5B651B}"/>
    <dgm:cxn modelId="{E572C4E0-C71D-4D61-A1C7-C54CC4CC004B}" srcId="{3B2B4147-BAC9-48B0-9801-1484945D948B}" destId="{391A8DBC-7889-41CA-9DA7-05719A8AE485}" srcOrd="1" destOrd="0" parTransId="{E219D34E-FBF8-4B9E-89E7-C457212E874D}" sibTransId="{A635C5E6-CC64-4154-945D-E3E7D97E1EE2}"/>
    <dgm:cxn modelId="{864199EB-EC60-4466-91E1-002062785E21}" type="presOf" srcId="{3B2B4147-BAC9-48B0-9801-1484945D948B}" destId="{52E7A218-675C-450C-8D86-3F6CCCBACB95}" srcOrd="0" destOrd="0" presId="urn:microsoft.com/office/officeart/2018/2/layout/IconVerticalSolidList"/>
    <dgm:cxn modelId="{B06117D8-6A90-4E73-8AB1-FB5F34FD68DF}" type="presParOf" srcId="{52E7A218-675C-450C-8D86-3F6CCCBACB95}" destId="{B024EB32-0C5F-48EB-85E8-BD5647EADD62}" srcOrd="0" destOrd="0" presId="urn:microsoft.com/office/officeart/2018/2/layout/IconVerticalSolidList"/>
    <dgm:cxn modelId="{6AA40926-3032-4E40-ADCF-576EFCAD554B}" type="presParOf" srcId="{B024EB32-0C5F-48EB-85E8-BD5647EADD62}" destId="{96FB82E2-C3EE-464A-88EE-2D4FECEB1370}" srcOrd="0" destOrd="0" presId="urn:microsoft.com/office/officeart/2018/2/layout/IconVerticalSolidList"/>
    <dgm:cxn modelId="{4B403291-B34C-4699-8A97-B3FA2751D6D8}" type="presParOf" srcId="{B024EB32-0C5F-48EB-85E8-BD5647EADD62}" destId="{5B62BD07-6592-47D4-B6AC-A4926027E4AE}" srcOrd="1" destOrd="0" presId="urn:microsoft.com/office/officeart/2018/2/layout/IconVerticalSolidList"/>
    <dgm:cxn modelId="{4D0A5E72-9FA9-499C-983B-D6F3A7BBAB5A}" type="presParOf" srcId="{B024EB32-0C5F-48EB-85E8-BD5647EADD62}" destId="{0B16D30D-2F41-42CB-B7FF-DAE1B8004E3C}" srcOrd="2" destOrd="0" presId="urn:microsoft.com/office/officeart/2018/2/layout/IconVerticalSolidList"/>
    <dgm:cxn modelId="{66D905BE-B2B5-4A06-ACC5-B38B0058A672}" type="presParOf" srcId="{B024EB32-0C5F-48EB-85E8-BD5647EADD62}" destId="{EFA3EA1A-8EA6-4729-83DA-E06DC029D72F}" srcOrd="3" destOrd="0" presId="urn:microsoft.com/office/officeart/2018/2/layout/IconVerticalSolidList"/>
    <dgm:cxn modelId="{C4D1E196-A846-4522-9B6A-D094B373E17D}" type="presParOf" srcId="{52E7A218-675C-450C-8D86-3F6CCCBACB95}" destId="{8FB1E495-F211-4A92-9A11-655136CF2B46}" srcOrd="1" destOrd="0" presId="urn:microsoft.com/office/officeart/2018/2/layout/IconVerticalSolidList"/>
    <dgm:cxn modelId="{62732406-93D1-40C7-ABBF-CB6DCF0B1B15}" type="presParOf" srcId="{52E7A218-675C-450C-8D86-3F6CCCBACB95}" destId="{075AB96F-927E-46DD-B2A3-0597068991E0}" srcOrd="2" destOrd="0" presId="urn:microsoft.com/office/officeart/2018/2/layout/IconVerticalSolidList"/>
    <dgm:cxn modelId="{B4636F7A-28D8-4D2D-82A2-8A81214FC6E6}" type="presParOf" srcId="{075AB96F-927E-46DD-B2A3-0597068991E0}" destId="{4C65386F-AAC8-4C37-B635-BC3FAC6F7F60}" srcOrd="0" destOrd="0" presId="urn:microsoft.com/office/officeart/2018/2/layout/IconVerticalSolidList"/>
    <dgm:cxn modelId="{3283DA90-7A04-440D-90AE-2F0D4D518369}" type="presParOf" srcId="{075AB96F-927E-46DD-B2A3-0597068991E0}" destId="{74EEFA00-A7E2-49BB-8746-34E840CA98C9}" srcOrd="1" destOrd="0" presId="urn:microsoft.com/office/officeart/2018/2/layout/IconVerticalSolidList"/>
    <dgm:cxn modelId="{C5B5DC4D-F6DA-4B05-B0D2-8822BB85B212}" type="presParOf" srcId="{075AB96F-927E-46DD-B2A3-0597068991E0}" destId="{3003C8ED-0639-4AAF-B095-EE391643D170}" srcOrd="2" destOrd="0" presId="urn:microsoft.com/office/officeart/2018/2/layout/IconVerticalSolidList"/>
    <dgm:cxn modelId="{F76B91A2-A4F8-4F4F-90B8-BA4D77595E82}" type="presParOf" srcId="{075AB96F-927E-46DD-B2A3-0597068991E0}" destId="{FE678A92-893D-4686-81B2-68EEE4F33479}" srcOrd="3" destOrd="0" presId="urn:microsoft.com/office/officeart/2018/2/layout/IconVerticalSolidList"/>
    <dgm:cxn modelId="{B6E170AD-F53E-4808-9E06-019C45BFA425}" type="presParOf" srcId="{52E7A218-675C-450C-8D86-3F6CCCBACB95}" destId="{8B6187E9-887B-408D-BED9-8A4E7B3BFF21}" srcOrd="3" destOrd="0" presId="urn:microsoft.com/office/officeart/2018/2/layout/IconVerticalSolidList"/>
    <dgm:cxn modelId="{F0433532-ECC3-4731-AD0F-D3B1FA2E17FD}" type="presParOf" srcId="{52E7A218-675C-450C-8D86-3F6CCCBACB95}" destId="{FF7F2139-07C0-41D4-9A89-B5DDFEBDA8F2}" srcOrd="4" destOrd="0" presId="urn:microsoft.com/office/officeart/2018/2/layout/IconVerticalSolidList"/>
    <dgm:cxn modelId="{C4FA19F8-128E-4227-B085-2DEADFD05A7C}" type="presParOf" srcId="{FF7F2139-07C0-41D4-9A89-B5DDFEBDA8F2}" destId="{DBF191B0-73DF-4E51-BADD-3E28020C2DCF}" srcOrd="0" destOrd="0" presId="urn:microsoft.com/office/officeart/2018/2/layout/IconVerticalSolidList"/>
    <dgm:cxn modelId="{B89E9227-8A4A-4477-B8FD-05939CEF6ADB}" type="presParOf" srcId="{FF7F2139-07C0-41D4-9A89-B5DDFEBDA8F2}" destId="{AE171459-9A32-4EC4-A736-B9E3E46E291A}" srcOrd="1" destOrd="0" presId="urn:microsoft.com/office/officeart/2018/2/layout/IconVerticalSolidList"/>
    <dgm:cxn modelId="{8A07BD72-3D3B-4083-9D56-536815AA5780}" type="presParOf" srcId="{FF7F2139-07C0-41D4-9A89-B5DDFEBDA8F2}" destId="{F1F8F12E-9F7F-4912-B55C-644CB3392012}" srcOrd="2" destOrd="0" presId="urn:microsoft.com/office/officeart/2018/2/layout/IconVerticalSolidList"/>
    <dgm:cxn modelId="{A27F2BB1-DA7D-489D-A881-BF83BAD2FACC}" type="presParOf" srcId="{FF7F2139-07C0-41D4-9A89-B5DDFEBDA8F2}" destId="{CF710C61-78F0-4811-9530-EE328341A28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23D1D8C-4E18-40E0-AEE7-F4D7FC8D79A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107B9A6-959A-4D95-80F2-4A1F50D0DE25}">
      <dgm:prSet/>
      <dgm:spPr/>
      <dgm:t>
        <a:bodyPr/>
        <a:lstStyle/>
        <a:p>
          <a:r>
            <a:rPr lang="en-US"/>
            <a:t>In iterative model we can only create a high-level design of the application before we actually begin to build the product and define the design solution for the entire product.</a:t>
          </a:r>
        </a:p>
      </dgm:t>
    </dgm:pt>
    <dgm:pt modelId="{D6BDFB63-CD66-4032-98BB-A9C11444A5D0}" type="parTrans" cxnId="{9BCC6464-1FEC-4F23-B9C2-CE7F5647C5D1}">
      <dgm:prSet/>
      <dgm:spPr/>
      <dgm:t>
        <a:bodyPr/>
        <a:lstStyle/>
        <a:p>
          <a:endParaRPr lang="en-US"/>
        </a:p>
      </dgm:t>
    </dgm:pt>
    <dgm:pt modelId="{08BBCE08-C4F1-4D0E-863F-3ECD8AA8D08B}" type="sibTrans" cxnId="{9BCC6464-1FEC-4F23-B9C2-CE7F5647C5D1}">
      <dgm:prSet/>
      <dgm:spPr/>
      <dgm:t>
        <a:bodyPr/>
        <a:lstStyle/>
        <a:p>
          <a:endParaRPr lang="en-US"/>
        </a:p>
      </dgm:t>
    </dgm:pt>
    <dgm:pt modelId="{A25B0E58-701F-438F-A262-820E44EEF6E5}">
      <dgm:prSet/>
      <dgm:spPr/>
      <dgm:t>
        <a:bodyPr/>
        <a:lstStyle/>
        <a:p>
          <a:r>
            <a:rPr lang="en-US"/>
            <a:t>Later on we can design and built a skeleton version of that, and then evolved the design based on what had been built. </a:t>
          </a:r>
        </a:p>
      </dgm:t>
    </dgm:pt>
    <dgm:pt modelId="{7DBDB781-B236-42C8-8D05-CC1DDF77683E}" type="parTrans" cxnId="{6C361788-E5A0-433E-A032-8F9029D6B9C9}">
      <dgm:prSet/>
      <dgm:spPr/>
      <dgm:t>
        <a:bodyPr/>
        <a:lstStyle/>
        <a:p>
          <a:endParaRPr lang="en-US"/>
        </a:p>
      </dgm:t>
    </dgm:pt>
    <dgm:pt modelId="{B536B149-A458-4887-AB90-1AD0D1C8BC04}" type="sibTrans" cxnId="{6C361788-E5A0-433E-A032-8F9029D6B9C9}">
      <dgm:prSet/>
      <dgm:spPr/>
      <dgm:t>
        <a:bodyPr/>
        <a:lstStyle/>
        <a:p>
          <a:endParaRPr lang="en-US"/>
        </a:p>
      </dgm:t>
    </dgm:pt>
    <dgm:pt modelId="{2563E566-ABE8-4FCE-84C1-B7E8A1FD2AAD}">
      <dgm:prSet/>
      <dgm:spPr/>
      <dgm:t>
        <a:bodyPr/>
        <a:lstStyle/>
        <a:p>
          <a:r>
            <a:rPr lang="en-US"/>
            <a:t>In iterative model we are building and improving the product step by step. </a:t>
          </a:r>
        </a:p>
      </dgm:t>
    </dgm:pt>
    <dgm:pt modelId="{C5A22DDC-19F6-4346-988A-13659479B181}" type="parTrans" cxnId="{A45922B7-8C1C-4C5F-8AD0-4BAC32B18E95}">
      <dgm:prSet/>
      <dgm:spPr/>
      <dgm:t>
        <a:bodyPr/>
        <a:lstStyle/>
        <a:p>
          <a:endParaRPr lang="en-US"/>
        </a:p>
      </dgm:t>
    </dgm:pt>
    <dgm:pt modelId="{E4C6B0AA-B66C-4988-B593-62F86F81BEFB}" type="sibTrans" cxnId="{A45922B7-8C1C-4C5F-8AD0-4BAC32B18E95}">
      <dgm:prSet/>
      <dgm:spPr/>
      <dgm:t>
        <a:bodyPr/>
        <a:lstStyle/>
        <a:p>
          <a:endParaRPr lang="en-US"/>
        </a:p>
      </dgm:t>
    </dgm:pt>
    <dgm:pt modelId="{3F26E9BF-3E87-430A-82A0-60F4F9E70161}">
      <dgm:prSet/>
      <dgm:spPr/>
      <dgm:t>
        <a:bodyPr/>
        <a:lstStyle/>
        <a:p>
          <a:r>
            <a:rPr lang="en-US"/>
            <a:t>Hence we can track the defects at early stages. This avoids the downward flow of the defects.</a:t>
          </a:r>
        </a:p>
      </dgm:t>
    </dgm:pt>
    <dgm:pt modelId="{382AAACD-BB1A-4391-B145-98908D1B98C1}" type="parTrans" cxnId="{498C718A-D913-4E38-855E-DABD60E6C517}">
      <dgm:prSet/>
      <dgm:spPr/>
      <dgm:t>
        <a:bodyPr/>
        <a:lstStyle/>
        <a:p>
          <a:endParaRPr lang="en-US"/>
        </a:p>
      </dgm:t>
    </dgm:pt>
    <dgm:pt modelId="{25463EF3-F336-4945-94FF-6D1CA544091C}" type="sibTrans" cxnId="{498C718A-D913-4E38-855E-DABD60E6C517}">
      <dgm:prSet/>
      <dgm:spPr/>
      <dgm:t>
        <a:bodyPr/>
        <a:lstStyle/>
        <a:p>
          <a:endParaRPr lang="en-US"/>
        </a:p>
      </dgm:t>
    </dgm:pt>
    <dgm:pt modelId="{8D4212A9-507D-4B7E-A61C-88BB0D1206AD}" type="pres">
      <dgm:prSet presAssocID="{A23D1D8C-4E18-40E0-AEE7-F4D7FC8D79A3}" presName="linear" presStyleCnt="0">
        <dgm:presLayoutVars>
          <dgm:animLvl val="lvl"/>
          <dgm:resizeHandles val="exact"/>
        </dgm:presLayoutVars>
      </dgm:prSet>
      <dgm:spPr/>
    </dgm:pt>
    <dgm:pt modelId="{0D735689-64CA-4B07-874E-DC6095522F5F}" type="pres">
      <dgm:prSet presAssocID="{9107B9A6-959A-4D95-80F2-4A1F50D0DE25}" presName="parentText" presStyleLbl="node1" presStyleIdx="0" presStyleCnt="4">
        <dgm:presLayoutVars>
          <dgm:chMax val="0"/>
          <dgm:bulletEnabled val="1"/>
        </dgm:presLayoutVars>
      </dgm:prSet>
      <dgm:spPr/>
    </dgm:pt>
    <dgm:pt modelId="{BF4CDCC2-CCA4-49B0-8295-574DC0F07364}" type="pres">
      <dgm:prSet presAssocID="{08BBCE08-C4F1-4D0E-863F-3ECD8AA8D08B}" presName="spacer" presStyleCnt="0"/>
      <dgm:spPr/>
    </dgm:pt>
    <dgm:pt modelId="{4DB68EA9-259C-404B-A71D-4282A6FB0DB3}" type="pres">
      <dgm:prSet presAssocID="{A25B0E58-701F-438F-A262-820E44EEF6E5}" presName="parentText" presStyleLbl="node1" presStyleIdx="1" presStyleCnt="4">
        <dgm:presLayoutVars>
          <dgm:chMax val="0"/>
          <dgm:bulletEnabled val="1"/>
        </dgm:presLayoutVars>
      </dgm:prSet>
      <dgm:spPr/>
    </dgm:pt>
    <dgm:pt modelId="{F6BA71B9-9A2B-4064-97D8-3C308FD5019C}" type="pres">
      <dgm:prSet presAssocID="{B536B149-A458-4887-AB90-1AD0D1C8BC04}" presName="spacer" presStyleCnt="0"/>
      <dgm:spPr/>
    </dgm:pt>
    <dgm:pt modelId="{171BF7D7-3C51-4303-9A5E-AB6E66572C33}" type="pres">
      <dgm:prSet presAssocID="{2563E566-ABE8-4FCE-84C1-B7E8A1FD2AAD}" presName="parentText" presStyleLbl="node1" presStyleIdx="2" presStyleCnt="4">
        <dgm:presLayoutVars>
          <dgm:chMax val="0"/>
          <dgm:bulletEnabled val="1"/>
        </dgm:presLayoutVars>
      </dgm:prSet>
      <dgm:spPr/>
    </dgm:pt>
    <dgm:pt modelId="{91084B41-95F3-4E14-A8E3-C1B1827844E3}" type="pres">
      <dgm:prSet presAssocID="{E4C6B0AA-B66C-4988-B593-62F86F81BEFB}" presName="spacer" presStyleCnt="0"/>
      <dgm:spPr/>
    </dgm:pt>
    <dgm:pt modelId="{A5D68596-51DF-4500-958E-7337405DEED2}" type="pres">
      <dgm:prSet presAssocID="{3F26E9BF-3E87-430A-82A0-60F4F9E70161}" presName="parentText" presStyleLbl="node1" presStyleIdx="3" presStyleCnt="4">
        <dgm:presLayoutVars>
          <dgm:chMax val="0"/>
          <dgm:bulletEnabled val="1"/>
        </dgm:presLayoutVars>
      </dgm:prSet>
      <dgm:spPr/>
    </dgm:pt>
  </dgm:ptLst>
  <dgm:cxnLst>
    <dgm:cxn modelId="{86411E0C-F826-4525-B2F7-8A5E4E566AF2}" type="presOf" srcId="{9107B9A6-959A-4D95-80F2-4A1F50D0DE25}" destId="{0D735689-64CA-4B07-874E-DC6095522F5F}" srcOrd="0" destOrd="0" presId="urn:microsoft.com/office/officeart/2005/8/layout/vList2"/>
    <dgm:cxn modelId="{BEFA3E2C-6EAC-4108-B7B4-525740F339B6}" type="presOf" srcId="{3F26E9BF-3E87-430A-82A0-60F4F9E70161}" destId="{A5D68596-51DF-4500-958E-7337405DEED2}" srcOrd="0" destOrd="0" presId="urn:microsoft.com/office/officeart/2005/8/layout/vList2"/>
    <dgm:cxn modelId="{9BCC6464-1FEC-4F23-B9C2-CE7F5647C5D1}" srcId="{A23D1D8C-4E18-40E0-AEE7-F4D7FC8D79A3}" destId="{9107B9A6-959A-4D95-80F2-4A1F50D0DE25}" srcOrd="0" destOrd="0" parTransId="{D6BDFB63-CD66-4032-98BB-A9C11444A5D0}" sibTransId="{08BBCE08-C4F1-4D0E-863F-3ECD8AA8D08B}"/>
    <dgm:cxn modelId="{92440547-B00B-44F8-AEB7-46BBEC69B1A3}" type="presOf" srcId="{A25B0E58-701F-438F-A262-820E44EEF6E5}" destId="{4DB68EA9-259C-404B-A71D-4282A6FB0DB3}" srcOrd="0" destOrd="0" presId="urn:microsoft.com/office/officeart/2005/8/layout/vList2"/>
    <dgm:cxn modelId="{93376280-B296-4D31-8455-AB4D8081FD9F}" type="presOf" srcId="{2563E566-ABE8-4FCE-84C1-B7E8A1FD2AAD}" destId="{171BF7D7-3C51-4303-9A5E-AB6E66572C33}" srcOrd="0" destOrd="0" presId="urn:microsoft.com/office/officeart/2005/8/layout/vList2"/>
    <dgm:cxn modelId="{6C361788-E5A0-433E-A032-8F9029D6B9C9}" srcId="{A23D1D8C-4E18-40E0-AEE7-F4D7FC8D79A3}" destId="{A25B0E58-701F-438F-A262-820E44EEF6E5}" srcOrd="1" destOrd="0" parTransId="{7DBDB781-B236-42C8-8D05-CC1DDF77683E}" sibTransId="{B536B149-A458-4887-AB90-1AD0D1C8BC04}"/>
    <dgm:cxn modelId="{498C718A-D913-4E38-855E-DABD60E6C517}" srcId="{A23D1D8C-4E18-40E0-AEE7-F4D7FC8D79A3}" destId="{3F26E9BF-3E87-430A-82A0-60F4F9E70161}" srcOrd="3" destOrd="0" parTransId="{382AAACD-BB1A-4391-B145-98908D1B98C1}" sibTransId="{25463EF3-F336-4945-94FF-6D1CA544091C}"/>
    <dgm:cxn modelId="{88345DA7-5D85-41C1-B71D-996A567E471E}" type="presOf" srcId="{A23D1D8C-4E18-40E0-AEE7-F4D7FC8D79A3}" destId="{8D4212A9-507D-4B7E-A61C-88BB0D1206AD}" srcOrd="0" destOrd="0" presId="urn:microsoft.com/office/officeart/2005/8/layout/vList2"/>
    <dgm:cxn modelId="{A45922B7-8C1C-4C5F-8AD0-4BAC32B18E95}" srcId="{A23D1D8C-4E18-40E0-AEE7-F4D7FC8D79A3}" destId="{2563E566-ABE8-4FCE-84C1-B7E8A1FD2AAD}" srcOrd="2" destOrd="0" parTransId="{C5A22DDC-19F6-4346-988A-13659479B181}" sibTransId="{E4C6B0AA-B66C-4988-B593-62F86F81BEFB}"/>
    <dgm:cxn modelId="{7F75920A-F0CC-4169-ADBE-516EF9556635}" type="presParOf" srcId="{8D4212A9-507D-4B7E-A61C-88BB0D1206AD}" destId="{0D735689-64CA-4B07-874E-DC6095522F5F}" srcOrd="0" destOrd="0" presId="urn:microsoft.com/office/officeart/2005/8/layout/vList2"/>
    <dgm:cxn modelId="{F350C02E-C0BE-49EC-BB24-276F7FD1F226}" type="presParOf" srcId="{8D4212A9-507D-4B7E-A61C-88BB0D1206AD}" destId="{BF4CDCC2-CCA4-49B0-8295-574DC0F07364}" srcOrd="1" destOrd="0" presId="urn:microsoft.com/office/officeart/2005/8/layout/vList2"/>
    <dgm:cxn modelId="{8FEA249C-CD73-442D-8840-F0C8A7A00407}" type="presParOf" srcId="{8D4212A9-507D-4B7E-A61C-88BB0D1206AD}" destId="{4DB68EA9-259C-404B-A71D-4282A6FB0DB3}" srcOrd="2" destOrd="0" presId="urn:microsoft.com/office/officeart/2005/8/layout/vList2"/>
    <dgm:cxn modelId="{045949D7-66B5-436D-B682-6B5939E3A366}" type="presParOf" srcId="{8D4212A9-507D-4B7E-A61C-88BB0D1206AD}" destId="{F6BA71B9-9A2B-4064-97D8-3C308FD5019C}" srcOrd="3" destOrd="0" presId="urn:microsoft.com/office/officeart/2005/8/layout/vList2"/>
    <dgm:cxn modelId="{817938A3-7AC6-4D89-A437-3B974061B013}" type="presParOf" srcId="{8D4212A9-507D-4B7E-A61C-88BB0D1206AD}" destId="{171BF7D7-3C51-4303-9A5E-AB6E66572C33}" srcOrd="4" destOrd="0" presId="urn:microsoft.com/office/officeart/2005/8/layout/vList2"/>
    <dgm:cxn modelId="{B17C42A3-0B91-48C8-B618-B465C7893108}" type="presParOf" srcId="{8D4212A9-507D-4B7E-A61C-88BB0D1206AD}" destId="{91084B41-95F3-4E14-A8E3-C1B1827844E3}" srcOrd="5" destOrd="0" presId="urn:microsoft.com/office/officeart/2005/8/layout/vList2"/>
    <dgm:cxn modelId="{46EAAFA0-EC2F-4E0A-BCBA-46EBE8FD1D21}" type="presParOf" srcId="{8D4212A9-507D-4B7E-A61C-88BB0D1206AD}" destId="{A5D68596-51DF-4500-958E-7337405DEED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A2C8FB8-86D3-47C0-A474-80179CBC296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352696D-F8A0-4DE7-AB94-0EBAEB33B240}">
      <dgm:prSet/>
      <dgm:spPr/>
      <dgm:t>
        <a:bodyPr/>
        <a:lstStyle/>
        <a:p>
          <a:pPr>
            <a:lnSpc>
              <a:spcPct val="100000"/>
            </a:lnSpc>
          </a:pPr>
          <a:r>
            <a:rPr lang="en-US"/>
            <a:t>Each phase of an iteration is rigid with no overlaps</a:t>
          </a:r>
        </a:p>
      </dgm:t>
    </dgm:pt>
    <dgm:pt modelId="{15B437D0-65A5-4651-B468-A26C17149AB2}" type="parTrans" cxnId="{9C714074-DD16-47C4-AEA5-645BD61FA2E2}">
      <dgm:prSet/>
      <dgm:spPr/>
      <dgm:t>
        <a:bodyPr/>
        <a:lstStyle/>
        <a:p>
          <a:endParaRPr lang="en-US"/>
        </a:p>
      </dgm:t>
    </dgm:pt>
    <dgm:pt modelId="{ABC583C0-4FDC-4500-8F7F-4B079AB4CEBE}" type="sibTrans" cxnId="{9C714074-DD16-47C4-AEA5-645BD61FA2E2}">
      <dgm:prSet/>
      <dgm:spPr/>
      <dgm:t>
        <a:bodyPr/>
        <a:lstStyle/>
        <a:p>
          <a:endParaRPr lang="en-US"/>
        </a:p>
      </dgm:t>
    </dgm:pt>
    <dgm:pt modelId="{1A9091D4-8243-42E5-BB16-FCC15F610744}">
      <dgm:prSet/>
      <dgm:spPr/>
      <dgm:t>
        <a:bodyPr/>
        <a:lstStyle/>
        <a:p>
          <a:pPr>
            <a:lnSpc>
              <a:spcPct val="100000"/>
            </a:lnSpc>
          </a:pPr>
          <a:r>
            <a:rPr lang="en-US"/>
            <a:t>Costly system architecture or design issues may arise because not all requirements are gathered up front for the entire lifecycle</a:t>
          </a:r>
        </a:p>
      </dgm:t>
    </dgm:pt>
    <dgm:pt modelId="{C086C39E-4F9A-4D45-A4D7-3DDE6C32858C}" type="parTrans" cxnId="{23114D87-28C7-49F0-AD97-E73513A2C430}">
      <dgm:prSet/>
      <dgm:spPr/>
      <dgm:t>
        <a:bodyPr/>
        <a:lstStyle/>
        <a:p>
          <a:endParaRPr lang="en-US"/>
        </a:p>
      </dgm:t>
    </dgm:pt>
    <dgm:pt modelId="{79F5559C-20A8-495C-ACA3-09D44D1B63F2}" type="sibTrans" cxnId="{23114D87-28C7-49F0-AD97-E73513A2C430}">
      <dgm:prSet/>
      <dgm:spPr/>
      <dgm:t>
        <a:bodyPr/>
        <a:lstStyle/>
        <a:p>
          <a:endParaRPr lang="en-US"/>
        </a:p>
      </dgm:t>
    </dgm:pt>
    <dgm:pt modelId="{82B1DF16-C8F5-48FE-B8C1-875EDCE692B6}" type="pres">
      <dgm:prSet presAssocID="{AA2C8FB8-86D3-47C0-A474-80179CBC296A}" presName="root" presStyleCnt="0">
        <dgm:presLayoutVars>
          <dgm:dir/>
          <dgm:resizeHandles val="exact"/>
        </dgm:presLayoutVars>
      </dgm:prSet>
      <dgm:spPr/>
    </dgm:pt>
    <dgm:pt modelId="{1C6FA7E7-20F5-4C59-8939-3B69797E93F4}" type="pres">
      <dgm:prSet presAssocID="{2352696D-F8A0-4DE7-AB94-0EBAEB33B240}" presName="compNode" presStyleCnt="0"/>
      <dgm:spPr/>
    </dgm:pt>
    <dgm:pt modelId="{BAC67C28-83B6-48CD-B491-36A6E2238358}" type="pres">
      <dgm:prSet presAssocID="{2352696D-F8A0-4DE7-AB94-0EBAEB33B240}" presName="bgRect" presStyleLbl="bgShp" presStyleIdx="0" presStyleCnt="2"/>
      <dgm:spPr/>
    </dgm:pt>
    <dgm:pt modelId="{F4E69804-B57E-43CC-BF23-14D6CE97EECF}" type="pres">
      <dgm:prSet presAssocID="{2352696D-F8A0-4DE7-AB94-0EBAEB33B24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orkflow"/>
        </a:ext>
      </dgm:extLst>
    </dgm:pt>
    <dgm:pt modelId="{2C7DD269-2C17-467C-A7A4-822D8CCB4D08}" type="pres">
      <dgm:prSet presAssocID="{2352696D-F8A0-4DE7-AB94-0EBAEB33B240}" presName="spaceRect" presStyleCnt="0"/>
      <dgm:spPr/>
    </dgm:pt>
    <dgm:pt modelId="{81655855-24D6-4246-BD2C-CB24830BFC2D}" type="pres">
      <dgm:prSet presAssocID="{2352696D-F8A0-4DE7-AB94-0EBAEB33B240}" presName="parTx" presStyleLbl="revTx" presStyleIdx="0" presStyleCnt="2">
        <dgm:presLayoutVars>
          <dgm:chMax val="0"/>
          <dgm:chPref val="0"/>
        </dgm:presLayoutVars>
      </dgm:prSet>
      <dgm:spPr/>
    </dgm:pt>
    <dgm:pt modelId="{6B769599-5FF1-4D53-8E1D-FF4879002EF6}" type="pres">
      <dgm:prSet presAssocID="{ABC583C0-4FDC-4500-8F7F-4B079AB4CEBE}" presName="sibTrans" presStyleCnt="0"/>
      <dgm:spPr/>
    </dgm:pt>
    <dgm:pt modelId="{17CC32E7-8B51-498B-90D5-76731CC35744}" type="pres">
      <dgm:prSet presAssocID="{1A9091D4-8243-42E5-BB16-FCC15F610744}" presName="compNode" presStyleCnt="0"/>
      <dgm:spPr/>
    </dgm:pt>
    <dgm:pt modelId="{D35B6D25-7DD6-40C8-9724-87E58F1BD23F}" type="pres">
      <dgm:prSet presAssocID="{1A9091D4-8243-42E5-BB16-FCC15F610744}" presName="bgRect" presStyleLbl="bgShp" presStyleIdx="1" presStyleCnt="2"/>
      <dgm:spPr/>
    </dgm:pt>
    <dgm:pt modelId="{C4BAA9A2-8B07-4313-B8C2-DD00DEF99B7C}" type="pres">
      <dgm:prSet presAssocID="{1A9091D4-8243-42E5-BB16-FCC15F61074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56A6CC64-EBA0-4C49-BBD4-B1BF9B1260A5}" type="pres">
      <dgm:prSet presAssocID="{1A9091D4-8243-42E5-BB16-FCC15F610744}" presName="spaceRect" presStyleCnt="0"/>
      <dgm:spPr/>
    </dgm:pt>
    <dgm:pt modelId="{4EEF605B-E1DC-4C7A-A2BC-FC5C72B47433}" type="pres">
      <dgm:prSet presAssocID="{1A9091D4-8243-42E5-BB16-FCC15F610744}" presName="parTx" presStyleLbl="revTx" presStyleIdx="1" presStyleCnt="2">
        <dgm:presLayoutVars>
          <dgm:chMax val="0"/>
          <dgm:chPref val="0"/>
        </dgm:presLayoutVars>
      </dgm:prSet>
      <dgm:spPr/>
    </dgm:pt>
  </dgm:ptLst>
  <dgm:cxnLst>
    <dgm:cxn modelId="{2640331E-AF3A-48AE-8935-773FAE6F9E4A}" type="presOf" srcId="{2352696D-F8A0-4DE7-AB94-0EBAEB33B240}" destId="{81655855-24D6-4246-BD2C-CB24830BFC2D}" srcOrd="0" destOrd="0" presId="urn:microsoft.com/office/officeart/2018/2/layout/IconVerticalSolidList"/>
    <dgm:cxn modelId="{44204F6C-A2CF-4935-8C3B-163A6A41228D}" type="presOf" srcId="{AA2C8FB8-86D3-47C0-A474-80179CBC296A}" destId="{82B1DF16-C8F5-48FE-B8C1-875EDCE692B6}" srcOrd="0" destOrd="0" presId="urn:microsoft.com/office/officeart/2018/2/layout/IconVerticalSolidList"/>
    <dgm:cxn modelId="{9C714074-DD16-47C4-AEA5-645BD61FA2E2}" srcId="{AA2C8FB8-86D3-47C0-A474-80179CBC296A}" destId="{2352696D-F8A0-4DE7-AB94-0EBAEB33B240}" srcOrd="0" destOrd="0" parTransId="{15B437D0-65A5-4651-B468-A26C17149AB2}" sibTransId="{ABC583C0-4FDC-4500-8F7F-4B079AB4CEBE}"/>
    <dgm:cxn modelId="{54198355-853E-4FF0-A870-2C3F0AE92441}" type="presOf" srcId="{1A9091D4-8243-42E5-BB16-FCC15F610744}" destId="{4EEF605B-E1DC-4C7A-A2BC-FC5C72B47433}" srcOrd="0" destOrd="0" presId="urn:microsoft.com/office/officeart/2018/2/layout/IconVerticalSolidList"/>
    <dgm:cxn modelId="{23114D87-28C7-49F0-AD97-E73513A2C430}" srcId="{AA2C8FB8-86D3-47C0-A474-80179CBC296A}" destId="{1A9091D4-8243-42E5-BB16-FCC15F610744}" srcOrd="1" destOrd="0" parTransId="{C086C39E-4F9A-4D45-A4D7-3DDE6C32858C}" sibTransId="{79F5559C-20A8-495C-ACA3-09D44D1B63F2}"/>
    <dgm:cxn modelId="{57D3ED77-3CEF-46BE-B079-9920C3ED1ADE}" type="presParOf" srcId="{82B1DF16-C8F5-48FE-B8C1-875EDCE692B6}" destId="{1C6FA7E7-20F5-4C59-8939-3B69797E93F4}" srcOrd="0" destOrd="0" presId="urn:microsoft.com/office/officeart/2018/2/layout/IconVerticalSolidList"/>
    <dgm:cxn modelId="{F0487E53-82A7-4C68-8456-651B9533FD79}" type="presParOf" srcId="{1C6FA7E7-20F5-4C59-8939-3B69797E93F4}" destId="{BAC67C28-83B6-48CD-B491-36A6E2238358}" srcOrd="0" destOrd="0" presId="urn:microsoft.com/office/officeart/2018/2/layout/IconVerticalSolidList"/>
    <dgm:cxn modelId="{511744A3-DD51-459D-AE71-7D5BE8818E86}" type="presParOf" srcId="{1C6FA7E7-20F5-4C59-8939-3B69797E93F4}" destId="{F4E69804-B57E-43CC-BF23-14D6CE97EECF}" srcOrd="1" destOrd="0" presId="urn:microsoft.com/office/officeart/2018/2/layout/IconVerticalSolidList"/>
    <dgm:cxn modelId="{9A7737C8-240F-43D3-B611-06B06631A69E}" type="presParOf" srcId="{1C6FA7E7-20F5-4C59-8939-3B69797E93F4}" destId="{2C7DD269-2C17-467C-A7A4-822D8CCB4D08}" srcOrd="2" destOrd="0" presId="urn:microsoft.com/office/officeart/2018/2/layout/IconVerticalSolidList"/>
    <dgm:cxn modelId="{AEE83648-0FF8-4DE8-A9B1-6F4C8A4CA452}" type="presParOf" srcId="{1C6FA7E7-20F5-4C59-8939-3B69797E93F4}" destId="{81655855-24D6-4246-BD2C-CB24830BFC2D}" srcOrd="3" destOrd="0" presId="urn:microsoft.com/office/officeart/2018/2/layout/IconVerticalSolidList"/>
    <dgm:cxn modelId="{0299B43C-CEE4-40A2-85FF-6E24397CF79F}" type="presParOf" srcId="{82B1DF16-C8F5-48FE-B8C1-875EDCE692B6}" destId="{6B769599-5FF1-4D53-8E1D-FF4879002EF6}" srcOrd="1" destOrd="0" presId="urn:microsoft.com/office/officeart/2018/2/layout/IconVerticalSolidList"/>
    <dgm:cxn modelId="{317AC55A-3F09-4B32-A9D4-8C07F9978436}" type="presParOf" srcId="{82B1DF16-C8F5-48FE-B8C1-875EDCE692B6}" destId="{17CC32E7-8B51-498B-90D5-76731CC35744}" srcOrd="2" destOrd="0" presId="urn:microsoft.com/office/officeart/2018/2/layout/IconVerticalSolidList"/>
    <dgm:cxn modelId="{6D744610-8876-4362-929B-79ACF05446D0}" type="presParOf" srcId="{17CC32E7-8B51-498B-90D5-76731CC35744}" destId="{D35B6D25-7DD6-40C8-9724-87E58F1BD23F}" srcOrd="0" destOrd="0" presId="urn:microsoft.com/office/officeart/2018/2/layout/IconVerticalSolidList"/>
    <dgm:cxn modelId="{FB92B5B9-EFD2-46C5-8F94-B09D8A61363B}" type="presParOf" srcId="{17CC32E7-8B51-498B-90D5-76731CC35744}" destId="{C4BAA9A2-8B07-4313-B8C2-DD00DEF99B7C}" srcOrd="1" destOrd="0" presId="urn:microsoft.com/office/officeart/2018/2/layout/IconVerticalSolidList"/>
    <dgm:cxn modelId="{8F65D9C3-52B5-48C9-A178-2F4609306D12}" type="presParOf" srcId="{17CC32E7-8B51-498B-90D5-76731CC35744}" destId="{56A6CC64-EBA0-4C49-BBD4-B1BF9B1260A5}" srcOrd="2" destOrd="0" presId="urn:microsoft.com/office/officeart/2018/2/layout/IconVerticalSolidList"/>
    <dgm:cxn modelId="{23C335F7-6039-4E49-A345-AD5F02EA17DC}" type="presParOf" srcId="{17CC32E7-8B51-498B-90D5-76731CC35744}" destId="{4EEF605B-E1DC-4C7A-A2BC-FC5C72B4743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2D0411C-FD10-4722-BCC3-F63542125D0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C7CF7DF-AD4D-480A-B374-0B6A361B9B41}">
      <dgm:prSet/>
      <dgm:spPr/>
      <dgm:t>
        <a:bodyPr/>
        <a:lstStyle/>
        <a:p>
          <a:r>
            <a:rPr lang="en-US"/>
            <a:t>Requirements of the complete system are clearly defined and understood. </a:t>
          </a:r>
        </a:p>
      </dgm:t>
    </dgm:pt>
    <dgm:pt modelId="{D7DDC95F-7F34-4D6A-9D61-859099A3D4BC}" type="parTrans" cxnId="{23DB7D9E-2E76-41A7-9728-37884F112D47}">
      <dgm:prSet/>
      <dgm:spPr/>
      <dgm:t>
        <a:bodyPr/>
        <a:lstStyle/>
        <a:p>
          <a:endParaRPr lang="en-US"/>
        </a:p>
      </dgm:t>
    </dgm:pt>
    <dgm:pt modelId="{81086D49-060E-40E2-9CF0-E2A8982D4D11}" type="sibTrans" cxnId="{23DB7D9E-2E76-41A7-9728-37884F112D47}">
      <dgm:prSet/>
      <dgm:spPr/>
      <dgm:t>
        <a:bodyPr/>
        <a:lstStyle/>
        <a:p>
          <a:endParaRPr lang="en-US"/>
        </a:p>
      </dgm:t>
    </dgm:pt>
    <dgm:pt modelId="{D0807C23-6B4B-4CE2-BC78-9662EDEF8B13}">
      <dgm:prSet/>
      <dgm:spPr/>
      <dgm:t>
        <a:bodyPr/>
        <a:lstStyle/>
        <a:p>
          <a:r>
            <a:rPr lang="en-US"/>
            <a:t>When the project is big. </a:t>
          </a:r>
        </a:p>
      </dgm:t>
    </dgm:pt>
    <dgm:pt modelId="{C030948D-1C05-4B8C-98B1-9586BC30CC83}" type="parTrans" cxnId="{551A9A50-B7FF-47F2-8D6C-F4A45D17F5B5}">
      <dgm:prSet/>
      <dgm:spPr/>
      <dgm:t>
        <a:bodyPr/>
        <a:lstStyle/>
        <a:p>
          <a:endParaRPr lang="en-US"/>
        </a:p>
      </dgm:t>
    </dgm:pt>
    <dgm:pt modelId="{F13E6E87-E41C-4285-ABF6-DAB3A2420D5F}" type="sibTrans" cxnId="{551A9A50-B7FF-47F2-8D6C-F4A45D17F5B5}">
      <dgm:prSet/>
      <dgm:spPr/>
      <dgm:t>
        <a:bodyPr/>
        <a:lstStyle/>
        <a:p>
          <a:endParaRPr lang="en-US"/>
        </a:p>
      </dgm:t>
    </dgm:pt>
    <dgm:pt modelId="{639968E5-8A33-4E6E-9171-58765321F948}">
      <dgm:prSet/>
      <dgm:spPr/>
      <dgm:t>
        <a:bodyPr/>
        <a:lstStyle/>
        <a:p>
          <a:r>
            <a:rPr lang="en-US"/>
            <a:t>Major requirements must be defined; however, some details can evolve with time.</a:t>
          </a:r>
        </a:p>
      </dgm:t>
    </dgm:pt>
    <dgm:pt modelId="{154BC55D-A007-483E-AC43-0F206021101F}" type="parTrans" cxnId="{B595DCCD-546A-4575-A38C-EC4BDCF7B48C}">
      <dgm:prSet/>
      <dgm:spPr/>
      <dgm:t>
        <a:bodyPr/>
        <a:lstStyle/>
        <a:p>
          <a:endParaRPr lang="en-US"/>
        </a:p>
      </dgm:t>
    </dgm:pt>
    <dgm:pt modelId="{995F5AB5-521D-48A4-89DC-503F4BF492D7}" type="sibTrans" cxnId="{B595DCCD-546A-4575-A38C-EC4BDCF7B48C}">
      <dgm:prSet/>
      <dgm:spPr/>
      <dgm:t>
        <a:bodyPr/>
        <a:lstStyle/>
        <a:p>
          <a:endParaRPr lang="en-US"/>
        </a:p>
      </dgm:t>
    </dgm:pt>
    <dgm:pt modelId="{8D758618-F2BF-4967-95B9-4CFF793EA6C3}" type="pres">
      <dgm:prSet presAssocID="{F2D0411C-FD10-4722-BCC3-F63542125D0E}" presName="root" presStyleCnt="0">
        <dgm:presLayoutVars>
          <dgm:dir/>
          <dgm:resizeHandles val="exact"/>
        </dgm:presLayoutVars>
      </dgm:prSet>
      <dgm:spPr/>
    </dgm:pt>
    <dgm:pt modelId="{A6A56537-6A64-449F-9C6E-AAD38661C9E2}" type="pres">
      <dgm:prSet presAssocID="{2C7CF7DF-AD4D-480A-B374-0B6A361B9B41}" presName="compNode" presStyleCnt="0"/>
      <dgm:spPr/>
    </dgm:pt>
    <dgm:pt modelId="{9BCA2228-B07E-4429-A4D1-9092B2CBC07E}" type="pres">
      <dgm:prSet presAssocID="{2C7CF7DF-AD4D-480A-B374-0B6A361B9B41}" presName="bgRect" presStyleLbl="bgShp" presStyleIdx="0" presStyleCnt="3"/>
      <dgm:spPr/>
    </dgm:pt>
    <dgm:pt modelId="{DF14E638-28BB-4A7D-B917-5104D1CC6B98}" type="pres">
      <dgm:prSet presAssocID="{2C7CF7DF-AD4D-480A-B374-0B6A361B9B4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FB013FA9-15B9-4C26-89D8-50D9056FA195}" type="pres">
      <dgm:prSet presAssocID="{2C7CF7DF-AD4D-480A-B374-0B6A361B9B41}" presName="spaceRect" presStyleCnt="0"/>
      <dgm:spPr/>
    </dgm:pt>
    <dgm:pt modelId="{F7E059E3-5265-44E3-A3E9-8D04D3FAD276}" type="pres">
      <dgm:prSet presAssocID="{2C7CF7DF-AD4D-480A-B374-0B6A361B9B41}" presName="parTx" presStyleLbl="revTx" presStyleIdx="0" presStyleCnt="3">
        <dgm:presLayoutVars>
          <dgm:chMax val="0"/>
          <dgm:chPref val="0"/>
        </dgm:presLayoutVars>
      </dgm:prSet>
      <dgm:spPr/>
    </dgm:pt>
    <dgm:pt modelId="{34207F3A-BA75-49EB-BF49-945E5BC3B06C}" type="pres">
      <dgm:prSet presAssocID="{81086D49-060E-40E2-9CF0-E2A8982D4D11}" presName="sibTrans" presStyleCnt="0"/>
      <dgm:spPr/>
    </dgm:pt>
    <dgm:pt modelId="{007684E0-F4B7-4833-89B0-19CE5B8895C5}" type="pres">
      <dgm:prSet presAssocID="{D0807C23-6B4B-4CE2-BC78-9662EDEF8B13}" presName="compNode" presStyleCnt="0"/>
      <dgm:spPr/>
    </dgm:pt>
    <dgm:pt modelId="{A3E30882-7F44-41E4-B76E-430953E91C6A}" type="pres">
      <dgm:prSet presAssocID="{D0807C23-6B4B-4CE2-BC78-9662EDEF8B13}" presName="bgRect" presStyleLbl="bgShp" presStyleIdx="1" presStyleCnt="3"/>
      <dgm:spPr/>
    </dgm:pt>
    <dgm:pt modelId="{87894FBE-9220-4EB3-94F0-026380FAB367}" type="pres">
      <dgm:prSet presAssocID="{D0807C23-6B4B-4CE2-BC78-9662EDEF8B1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8B7E405-E3CE-4E04-A2D4-77C80410E85B}" type="pres">
      <dgm:prSet presAssocID="{D0807C23-6B4B-4CE2-BC78-9662EDEF8B13}" presName="spaceRect" presStyleCnt="0"/>
      <dgm:spPr/>
    </dgm:pt>
    <dgm:pt modelId="{D0BC3D5E-8C3D-4309-8E13-3AE03DC15CD5}" type="pres">
      <dgm:prSet presAssocID="{D0807C23-6B4B-4CE2-BC78-9662EDEF8B13}" presName="parTx" presStyleLbl="revTx" presStyleIdx="1" presStyleCnt="3">
        <dgm:presLayoutVars>
          <dgm:chMax val="0"/>
          <dgm:chPref val="0"/>
        </dgm:presLayoutVars>
      </dgm:prSet>
      <dgm:spPr/>
    </dgm:pt>
    <dgm:pt modelId="{348BA979-AB42-4FB8-9DC1-864ABF176236}" type="pres">
      <dgm:prSet presAssocID="{F13E6E87-E41C-4285-ABF6-DAB3A2420D5F}" presName="sibTrans" presStyleCnt="0"/>
      <dgm:spPr/>
    </dgm:pt>
    <dgm:pt modelId="{0EC04B49-B5A9-4589-84E4-77FDE753F113}" type="pres">
      <dgm:prSet presAssocID="{639968E5-8A33-4E6E-9171-58765321F948}" presName="compNode" presStyleCnt="0"/>
      <dgm:spPr/>
    </dgm:pt>
    <dgm:pt modelId="{95AAD9FF-14B3-43C7-B725-50BEFF9C6B6F}" type="pres">
      <dgm:prSet presAssocID="{639968E5-8A33-4E6E-9171-58765321F948}" presName="bgRect" presStyleLbl="bgShp" presStyleIdx="2" presStyleCnt="3"/>
      <dgm:spPr/>
    </dgm:pt>
    <dgm:pt modelId="{A4AD6641-9BC7-4372-A780-9CD47C5645D5}" type="pres">
      <dgm:prSet presAssocID="{639968E5-8A33-4E6E-9171-58765321F94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orkflow"/>
        </a:ext>
      </dgm:extLst>
    </dgm:pt>
    <dgm:pt modelId="{73F8ACF5-9686-477F-9A66-DB19DC3DE91A}" type="pres">
      <dgm:prSet presAssocID="{639968E5-8A33-4E6E-9171-58765321F948}" presName="spaceRect" presStyleCnt="0"/>
      <dgm:spPr/>
    </dgm:pt>
    <dgm:pt modelId="{4B91FB54-37B9-4183-BFB2-94E43F53F6A4}" type="pres">
      <dgm:prSet presAssocID="{639968E5-8A33-4E6E-9171-58765321F948}" presName="parTx" presStyleLbl="revTx" presStyleIdx="2" presStyleCnt="3">
        <dgm:presLayoutVars>
          <dgm:chMax val="0"/>
          <dgm:chPref val="0"/>
        </dgm:presLayoutVars>
      </dgm:prSet>
      <dgm:spPr/>
    </dgm:pt>
  </dgm:ptLst>
  <dgm:cxnLst>
    <dgm:cxn modelId="{8BFC830D-F6AC-4D13-94EE-FF271A8900EF}" type="presOf" srcId="{F2D0411C-FD10-4722-BCC3-F63542125D0E}" destId="{8D758618-F2BF-4967-95B9-4CFF793EA6C3}" srcOrd="0" destOrd="0" presId="urn:microsoft.com/office/officeart/2018/2/layout/IconVerticalSolidList"/>
    <dgm:cxn modelId="{A1A07849-0C7C-4BBE-B19A-F7678F7E6892}" type="presOf" srcId="{D0807C23-6B4B-4CE2-BC78-9662EDEF8B13}" destId="{D0BC3D5E-8C3D-4309-8E13-3AE03DC15CD5}" srcOrd="0" destOrd="0" presId="urn:microsoft.com/office/officeart/2018/2/layout/IconVerticalSolidList"/>
    <dgm:cxn modelId="{551A9A50-B7FF-47F2-8D6C-F4A45D17F5B5}" srcId="{F2D0411C-FD10-4722-BCC3-F63542125D0E}" destId="{D0807C23-6B4B-4CE2-BC78-9662EDEF8B13}" srcOrd="1" destOrd="0" parTransId="{C030948D-1C05-4B8C-98B1-9586BC30CC83}" sibTransId="{F13E6E87-E41C-4285-ABF6-DAB3A2420D5F}"/>
    <dgm:cxn modelId="{1C87F181-B855-4679-8F92-2D0A22059E81}" type="presOf" srcId="{639968E5-8A33-4E6E-9171-58765321F948}" destId="{4B91FB54-37B9-4183-BFB2-94E43F53F6A4}" srcOrd="0" destOrd="0" presId="urn:microsoft.com/office/officeart/2018/2/layout/IconVerticalSolidList"/>
    <dgm:cxn modelId="{23DB7D9E-2E76-41A7-9728-37884F112D47}" srcId="{F2D0411C-FD10-4722-BCC3-F63542125D0E}" destId="{2C7CF7DF-AD4D-480A-B374-0B6A361B9B41}" srcOrd="0" destOrd="0" parTransId="{D7DDC95F-7F34-4D6A-9D61-859099A3D4BC}" sibTransId="{81086D49-060E-40E2-9CF0-E2A8982D4D11}"/>
    <dgm:cxn modelId="{238EDDA9-710F-4507-93A8-ED78B133C03C}" type="presOf" srcId="{2C7CF7DF-AD4D-480A-B374-0B6A361B9B41}" destId="{F7E059E3-5265-44E3-A3E9-8D04D3FAD276}" srcOrd="0" destOrd="0" presId="urn:microsoft.com/office/officeart/2018/2/layout/IconVerticalSolidList"/>
    <dgm:cxn modelId="{B595DCCD-546A-4575-A38C-EC4BDCF7B48C}" srcId="{F2D0411C-FD10-4722-BCC3-F63542125D0E}" destId="{639968E5-8A33-4E6E-9171-58765321F948}" srcOrd="2" destOrd="0" parTransId="{154BC55D-A007-483E-AC43-0F206021101F}" sibTransId="{995F5AB5-521D-48A4-89DC-503F4BF492D7}"/>
    <dgm:cxn modelId="{ACA4DF3E-22A9-4C91-9C87-A032F06A1948}" type="presParOf" srcId="{8D758618-F2BF-4967-95B9-4CFF793EA6C3}" destId="{A6A56537-6A64-449F-9C6E-AAD38661C9E2}" srcOrd="0" destOrd="0" presId="urn:microsoft.com/office/officeart/2018/2/layout/IconVerticalSolidList"/>
    <dgm:cxn modelId="{832750DF-D8DA-41D0-AF35-49DD9460206F}" type="presParOf" srcId="{A6A56537-6A64-449F-9C6E-AAD38661C9E2}" destId="{9BCA2228-B07E-4429-A4D1-9092B2CBC07E}" srcOrd="0" destOrd="0" presId="urn:microsoft.com/office/officeart/2018/2/layout/IconVerticalSolidList"/>
    <dgm:cxn modelId="{61D44F67-8452-44C5-826C-AC792B903A87}" type="presParOf" srcId="{A6A56537-6A64-449F-9C6E-AAD38661C9E2}" destId="{DF14E638-28BB-4A7D-B917-5104D1CC6B98}" srcOrd="1" destOrd="0" presId="urn:microsoft.com/office/officeart/2018/2/layout/IconVerticalSolidList"/>
    <dgm:cxn modelId="{39AB0FBE-787B-4568-B12B-E993AB741B62}" type="presParOf" srcId="{A6A56537-6A64-449F-9C6E-AAD38661C9E2}" destId="{FB013FA9-15B9-4C26-89D8-50D9056FA195}" srcOrd="2" destOrd="0" presId="urn:microsoft.com/office/officeart/2018/2/layout/IconVerticalSolidList"/>
    <dgm:cxn modelId="{C4CAF943-A076-4F2F-8800-D00C3AEECC9C}" type="presParOf" srcId="{A6A56537-6A64-449F-9C6E-AAD38661C9E2}" destId="{F7E059E3-5265-44E3-A3E9-8D04D3FAD276}" srcOrd="3" destOrd="0" presId="urn:microsoft.com/office/officeart/2018/2/layout/IconVerticalSolidList"/>
    <dgm:cxn modelId="{A62941EF-ADB7-4632-900E-4CC1D9F4B3A8}" type="presParOf" srcId="{8D758618-F2BF-4967-95B9-4CFF793EA6C3}" destId="{34207F3A-BA75-49EB-BF49-945E5BC3B06C}" srcOrd="1" destOrd="0" presId="urn:microsoft.com/office/officeart/2018/2/layout/IconVerticalSolidList"/>
    <dgm:cxn modelId="{2CF0D089-A7EE-4B07-8E0A-DC21369805C2}" type="presParOf" srcId="{8D758618-F2BF-4967-95B9-4CFF793EA6C3}" destId="{007684E0-F4B7-4833-89B0-19CE5B8895C5}" srcOrd="2" destOrd="0" presId="urn:microsoft.com/office/officeart/2018/2/layout/IconVerticalSolidList"/>
    <dgm:cxn modelId="{1815FBAE-5C1F-4A26-98DE-1B6A1727C2BB}" type="presParOf" srcId="{007684E0-F4B7-4833-89B0-19CE5B8895C5}" destId="{A3E30882-7F44-41E4-B76E-430953E91C6A}" srcOrd="0" destOrd="0" presId="urn:microsoft.com/office/officeart/2018/2/layout/IconVerticalSolidList"/>
    <dgm:cxn modelId="{6BF3404C-8333-42E0-8ECC-AA6A7FB1D4AC}" type="presParOf" srcId="{007684E0-F4B7-4833-89B0-19CE5B8895C5}" destId="{87894FBE-9220-4EB3-94F0-026380FAB367}" srcOrd="1" destOrd="0" presId="urn:microsoft.com/office/officeart/2018/2/layout/IconVerticalSolidList"/>
    <dgm:cxn modelId="{66F4AC0A-9A2F-44BA-8349-3F74F0C6F3D3}" type="presParOf" srcId="{007684E0-F4B7-4833-89B0-19CE5B8895C5}" destId="{F8B7E405-E3CE-4E04-A2D4-77C80410E85B}" srcOrd="2" destOrd="0" presId="urn:microsoft.com/office/officeart/2018/2/layout/IconVerticalSolidList"/>
    <dgm:cxn modelId="{81AA3B97-1E26-4A96-8B97-3A89FA97ACBA}" type="presParOf" srcId="{007684E0-F4B7-4833-89B0-19CE5B8895C5}" destId="{D0BC3D5E-8C3D-4309-8E13-3AE03DC15CD5}" srcOrd="3" destOrd="0" presId="urn:microsoft.com/office/officeart/2018/2/layout/IconVerticalSolidList"/>
    <dgm:cxn modelId="{DEE5F395-64C0-401D-BEA1-D1EDDBE800DE}" type="presParOf" srcId="{8D758618-F2BF-4967-95B9-4CFF793EA6C3}" destId="{348BA979-AB42-4FB8-9DC1-864ABF176236}" srcOrd="3" destOrd="0" presId="urn:microsoft.com/office/officeart/2018/2/layout/IconVerticalSolidList"/>
    <dgm:cxn modelId="{11C31BC9-A1DC-4B61-BCB8-85FC17FE2CA0}" type="presParOf" srcId="{8D758618-F2BF-4967-95B9-4CFF793EA6C3}" destId="{0EC04B49-B5A9-4589-84E4-77FDE753F113}" srcOrd="4" destOrd="0" presId="urn:microsoft.com/office/officeart/2018/2/layout/IconVerticalSolidList"/>
    <dgm:cxn modelId="{21FF463B-E873-4802-9DC9-DF0B853BF217}" type="presParOf" srcId="{0EC04B49-B5A9-4589-84E4-77FDE753F113}" destId="{95AAD9FF-14B3-43C7-B725-50BEFF9C6B6F}" srcOrd="0" destOrd="0" presId="urn:microsoft.com/office/officeart/2018/2/layout/IconVerticalSolidList"/>
    <dgm:cxn modelId="{AF11CC41-2E45-4FE3-8C4A-B7DEDB96B6B7}" type="presParOf" srcId="{0EC04B49-B5A9-4589-84E4-77FDE753F113}" destId="{A4AD6641-9BC7-4372-A780-9CD47C5645D5}" srcOrd="1" destOrd="0" presId="urn:microsoft.com/office/officeart/2018/2/layout/IconVerticalSolidList"/>
    <dgm:cxn modelId="{55BEDF71-CC03-4F28-990B-4D7B50B47196}" type="presParOf" srcId="{0EC04B49-B5A9-4589-84E4-77FDE753F113}" destId="{73F8ACF5-9686-477F-9A66-DB19DC3DE91A}" srcOrd="2" destOrd="0" presId="urn:microsoft.com/office/officeart/2018/2/layout/IconVerticalSolidList"/>
    <dgm:cxn modelId="{7566E3BE-D175-4149-9D60-B8B5830E726E}" type="presParOf" srcId="{0EC04B49-B5A9-4589-84E4-77FDE753F113}" destId="{4B91FB54-37B9-4183-BFB2-94E43F53F6A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621F750-0A58-49C5-B3EB-0CD18566734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FD6499E-204D-427C-BB5B-1B0716692412}">
      <dgm:prSet/>
      <dgm:spPr/>
      <dgm:t>
        <a:bodyPr/>
        <a:lstStyle/>
        <a:p>
          <a:r>
            <a:rPr lang="en-US"/>
            <a:t>The spiral model is similar to the </a:t>
          </a:r>
          <a:r>
            <a:rPr lang="en-US">
              <a:hlinkClick xmlns:r="http://schemas.openxmlformats.org/officeDocument/2006/relationships" r:id="rId1"/>
            </a:rPr>
            <a:t>incremental model</a:t>
          </a:r>
          <a:r>
            <a:rPr lang="en-US"/>
            <a:t>, with more emphasis placed on risk analysis. </a:t>
          </a:r>
        </a:p>
      </dgm:t>
    </dgm:pt>
    <dgm:pt modelId="{6C69D70A-D1BF-4F0E-A302-AC1CB5378E44}" type="parTrans" cxnId="{EF018841-634C-4CA7-BC20-CE12574587C5}">
      <dgm:prSet/>
      <dgm:spPr/>
      <dgm:t>
        <a:bodyPr/>
        <a:lstStyle/>
        <a:p>
          <a:endParaRPr lang="en-US"/>
        </a:p>
      </dgm:t>
    </dgm:pt>
    <dgm:pt modelId="{F409E77D-DD5C-404E-9211-4BA33AB698BD}" type="sibTrans" cxnId="{EF018841-634C-4CA7-BC20-CE12574587C5}">
      <dgm:prSet/>
      <dgm:spPr/>
      <dgm:t>
        <a:bodyPr/>
        <a:lstStyle/>
        <a:p>
          <a:endParaRPr lang="en-US"/>
        </a:p>
      </dgm:t>
    </dgm:pt>
    <dgm:pt modelId="{75689F42-CED9-4E14-829A-34652AEEF4BC}">
      <dgm:prSet/>
      <dgm:spPr/>
      <dgm:t>
        <a:bodyPr/>
        <a:lstStyle/>
        <a:p>
          <a:r>
            <a:rPr lang="en-US"/>
            <a:t>The spiral model has four phases: Planning, Risk Analysis, Engineering and Evaluation. </a:t>
          </a:r>
        </a:p>
      </dgm:t>
    </dgm:pt>
    <dgm:pt modelId="{193BF249-9121-4F36-9E17-1CF70673E007}" type="parTrans" cxnId="{227FA327-76B3-41BC-A91A-10F332204629}">
      <dgm:prSet/>
      <dgm:spPr/>
      <dgm:t>
        <a:bodyPr/>
        <a:lstStyle/>
        <a:p>
          <a:endParaRPr lang="en-US"/>
        </a:p>
      </dgm:t>
    </dgm:pt>
    <dgm:pt modelId="{A2938348-2571-45B3-9D44-32B7D62C560B}" type="sibTrans" cxnId="{227FA327-76B3-41BC-A91A-10F332204629}">
      <dgm:prSet/>
      <dgm:spPr/>
      <dgm:t>
        <a:bodyPr/>
        <a:lstStyle/>
        <a:p>
          <a:endParaRPr lang="en-US"/>
        </a:p>
      </dgm:t>
    </dgm:pt>
    <dgm:pt modelId="{DBC05538-6703-45CD-952F-15B091DE3B21}">
      <dgm:prSet/>
      <dgm:spPr/>
      <dgm:t>
        <a:bodyPr/>
        <a:lstStyle/>
        <a:p>
          <a:r>
            <a:rPr lang="en-US"/>
            <a:t>A software project repeatedly passes through these phases in iterations (called Spirals in this model). </a:t>
          </a:r>
        </a:p>
      </dgm:t>
    </dgm:pt>
    <dgm:pt modelId="{F91B2546-0438-48B5-8B7E-A534345E98D9}" type="parTrans" cxnId="{C5594A45-7CF4-4FAB-AF17-B05BFF313919}">
      <dgm:prSet/>
      <dgm:spPr/>
      <dgm:t>
        <a:bodyPr/>
        <a:lstStyle/>
        <a:p>
          <a:endParaRPr lang="en-US"/>
        </a:p>
      </dgm:t>
    </dgm:pt>
    <dgm:pt modelId="{4CF66E88-99D6-414A-BD2A-EBEE1A68ABA5}" type="sibTrans" cxnId="{C5594A45-7CF4-4FAB-AF17-B05BFF313919}">
      <dgm:prSet/>
      <dgm:spPr/>
      <dgm:t>
        <a:bodyPr/>
        <a:lstStyle/>
        <a:p>
          <a:endParaRPr lang="en-US"/>
        </a:p>
      </dgm:t>
    </dgm:pt>
    <dgm:pt modelId="{B21D4100-A16B-41A3-92B8-FA1BC79F7494}">
      <dgm:prSet/>
      <dgm:spPr/>
      <dgm:t>
        <a:bodyPr/>
        <a:lstStyle/>
        <a:p>
          <a:r>
            <a:rPr lang="en-US"/>
            <a:t>The baseline spiral, starting in the planning phase, requirements are gathered and risk is assessed.</a:t>
          </a:r>
        </a:p>
      </dgm:t>
    </dgm:pt>
    <dgm:pt modelId="{2B498979-F6BD-4F88-A2F7-BE3E133D2CF7}" type="parTrans" cxnId="{8E1C6AC1-D8DF-4992-80BA-6B12C7F800AE}">
      <dgm:prSet/>
      <dgm:spPr/>
      <dgm:t>
        <a:bodyPr/>
        <a:lstStyle/>
        <a:p>
          <a:endParaRPr lang="en-US"/>
        </a:p>
      </dgm:t>
    </dgm:pt>
    <dgm:pt modelId="{CFA7B872-031A-4105-90F0-E1E77B868E61}" type="sibTrans" cxnId="{8E1C6AC1-D8DF-4992-80BA-6B12C7F800AE}">
      <dgm:prSet/>
      <dgm:spPr/>
      <dgm:t>
        <a:bodyPr/>
        <a:lstStyle/>
        <a:p>
          <a:endParaRPr lang="en-US"/>
        </a:p>
      </dgm:t>
    </dgm:pt>
    <dgm:pt modelId="{36FAB267-49E1-4F79-925E-49705C509CE4}" type="pres">
      <dgm:prSet presAssocID="{7621F750-0A58-49C5-B3EB-0CD185667344}" presName="root" presStyleCnt="0">
        <dgm:presLayoutVars>
          <dgm:dir/>
          <dgm:resizeHandles val="exact"/>
        </dgm:presLayoutVars>
      </dgm:prSet>
      <dgm:spPr/>
    </dgm:pt>
    <dgm:pt modelId="{3D816628-C03B-4FFF-B848-C9C8B3CA5688}" type="pres">
      <dgm:prSet presAssocID="{EFD6499E-204D-427C-BB5B-1B0716692412}" presName="compNode" presStyleCnt="0"/>
      <dgm:spPr/>
    </dgm:pt>
    <dgm:pt modelId="{D4FE02E2-F68E-4F08-9BAA-B5D1D63E1646}" type="pres">
      <dgm:prSet presAssocID="{EFD6499E-204D-427C-BB5B-1B0716692412}" presName="bgRect" presStyleLbl="bgShp" presStyleIdx="0" presStyleCnt="4"/>
      <dgm:spPr/>
    </dgm:pt>
    <dgm:pt modelId="{06E6A00F-422D-4D85-9801-331DCDC66276}" type="pres">
      <dgm:prSet presAssocID="{EFD6499E-204D-427C-BB5B-1B0716692412}"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orkflow"/>
        </a:ext>
      </dgm:extLst>
    </dgm:pt>
    <dgm:pt modelId="{0B4D3662-CC52-4AB0-BF44-832ACB297C5C}" type="pres">
      <dgm:prSet presAssocID="{EFD6499E-204D-427C-BB5B-1B0716692412}" presName="spaceRect" presStyleCnt="0"/>
      <dgm:spPr/>
    </dgm:pt>
    <dgm:pt modelId="{DFFB5C41-7C95-4982-83C2-E6380F7A3597}" type="pres">
      <dgm:prSet presAssocID="{EFD6499E-204D-427C-BB5B-1B0716692412}" presName="parTx" presStyleLbl="revTx" presStyleIdx="0" presStyleCnt="4">
        <dgm:presLayoutVars>
          <dgm:chMax val="0"/>
          <dgm:chPref val="0"/>
        </dgm:presLayoutVars>
      </dgm:prSet>
      <dgm:spPr/>
    </dgm:pt>
    <dgm:pt modelId="{4CC198CF-0E42-477D-94FF-7754970A2881}" type="pres">
      <dgm:prSet presAssocID="{F409E77D-DD5C-404E-9211-4BA33AB698BD}" presName="sibTrans" presStyleCnt="0"/>
      <dgm:spPr/>
    </dgm:pt>
    <dgm:pt modelId="{4B91C446-5849-41F8-B94F-2B989FB8C6B0}" type="pres">
      <dgm:prSet presAssocID="{75689F42-CED9-4E14-829A-34652AEEF4BC}" presName="compNode" presStyleCnt="0"/>
      <dgm:spPr/>
    </dgm:pt>
    <dgm:pt modelId="{D6BC6EAE-23EA-4CEE-8BAA-87F00FD2071B}" type="pres">
      <dgm:prSet presAssocID="{75689F42-CED9-4E14-829A-34652AEEF4BC}" presName="bgRect" presStyleLbl="bgShp" presStyleIdx="1" presStyleCnt="4"/>
      <dgm:spPr/>
    </dgm:pt>
    <dgm:pt modelId="{A5A719B1-CFED-4F56-8A6D-A29D3B7DF0BD}" type="pres">
      <dgm:prSet presAssocID="{75689F42-CED9-4E14-829A-34652AEEF4BC}"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Gears"/>
        </a:ext>
      </dgm:extLst>
    </dgm:pt>
    <dgm:pt modelId="{5DAA4674-E142-4A21-8F11-AB9983B1DDDA}" type="pres">
      <dgm:prSet presAssocID="{75689F42-CED9-4E14-829A-34652AEEF4BC}" presName="spaceRect" presStyleCnt="0"/>
      <dgm:spPr/>
    </dgm:pt>
    <dgm:pt modelId="{BDBA06CE-4E2C-4745-8D1F-429217912FDE}" type="pres">
      <dgm:prSet presAssocID="{75689F42-CED9-4E14-829A-34652AEEF4BC}" presName="parTx" presStyleLbl="revTx" presStyleIdx="1" presStyleCnt="4">
        <dgm:presLayoutVars>
          <dgm:chMax val="0"/>
          <dgm:chPref val="0"/>
        </dgm:presLayoutVars>
      </dgm:prSet>
      <dgm:spPr/>
    </dgm:pt>
    <dgm:pt modelId="{CEC3BA2A-B6C7-4F6E-A46D-A030E7AC421E}" type="pres">
      <dgm:prSet presAssocID="{A2938348-2571-45B3-9D44-32B7D62C560B}" presName="sibTrans" presStyleCnt="0"/>
      <dgm:spPr/>
    </dgm:pt>
    <dgm:pt modelId="{A53F758A-367E-487A-AD5B-D5CC2EEC8433}" type="pres">
      <dgm:prSet presAssocID="{DBC05538-6703-45CD-952F-15B091DE3B21}" presName="compNode" presStyleCnt="0"/>
      <dgm:spPr/>
    </dgm:pt>
    <dgm:pt modelId="{C7DB4754-402C-4132-B875-4FB599CDAB93}" type="pres">
      <dgm:prSet presAssocID="{DBC05538-6703-45CD-952F-15B091DE3B21}" presName="bgRect" presStyleLbl="bgShp" presStyleIdx="2" presStyleCnt="4"/>
      <dgm:spPr/>
    </dgm:pt>
    <dgm:pt modelId="{F8DF5DA5-FDDD-4970-B07F-ACA99755834D}" type="pres">
      <dgm:prSet presAssocID="{DBC05538-6703-45CD-952F-15B091DE3B21}"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Arrow Circle"/>
        </a:ext>
      </dgm:extLst>
    </dgm:pt>
    <dgm:pt modelId="{9DBA9C42-FA89-4C27-A99F-D13FDDED9824}" type="pres">
      <dgm:prSet presAssocID="{DBC05538-6703-45CD-952F-15B091DE3B21}" presName="spaceRect" presStyleCnt="0"/>
      <dgm:spPr/>
    </dgm:pt>
    <dgm:pt modelId="{8FBECCE3-DAC7-4C6D-B8EF-34B99F9FE1DC}" type="pres">
      <dgm:prSet presAssocID="{DBC05538-6703-45CD-952F-15B091DE3B21}" presName="parTx" presStyleLbl="revTx" presStyleIdx="2" presStyleCnt="4">
        <dgm:presLayoutVars>
          <dgm:chMax val="0"/>
          <dgm:chPref val="0"/>
        </dgm:presLayoutVars>
      </dgm:prSet>
      <dgm:spPr/>
    </dgm:pt>
    <dgm:pt modelId="{FFBE8374-9115-47D4-A396-959B41922058}" type="pres">
      <dgm:prSet presAssocID="{4CF66E88-99D6-414A-BD2A-EBEE1A68ABA5}" presName="sibTrans" presStyleCnt="0"/>
      <dgm:spPr/>
    </dgm:pt>
    <dgm:pt modelId="{010ED619-A55C-4B97-9FF9-8163390FBEAE}" type="pres">
      <dgm:prSet presAssocID="{B21D4100-A16B-41A3-92B8-FA1BC79F7494}" presName="compNode" presStyleCnt="0"/>
      <dgm:spPr/>
    </dgm:pt>
    <dgm:pt modelId="{E5F35444-E011-4972-A83D-69A18F2E07CD}" type="pres">
      <dgm:prSet presAssocID="{B21D4100-A16B-41A3-92B8-FA1BC79F7494}" presName="bgRect" presStyleLbl="bgShp" presStyleIdx="3" presStyleCnt="4"/>
      <dgm:spPr/>
    </dgm:pt>
    <dgm:pt modelId="{B2D0D005-56CF-4EE9-AE5A-4B548A14101D}" type="pres">
      <dgm:prSet presAssocID="{B21D4100-A16B-41A3-92B8-FA1BC79F7494}"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Speed Bump"/>
        </a:ext>
      </dgm:extLst>
    </dgm:pt>
    <dgm:pt modelId="{FED15A24-7709-499E-81BC-B27B5E666634}" type="pres">
      <dgm:prSet presAssocID="{B21D4100-A16B-41A3-92B8-FA1BC79F7494}" presName="spaceRect" presStyleCnt="0"/>
      <dgm:spPr/>
    </dgm:pt>
    <dgm:pt modelId="{DB98B08F-7944-4B20-B120-F35E31456818}" type="pres">
      <dgm:prSet presAssocID="{B21D4100-A16B-41A3-92B8-FA1BC79F7494}" presName="parTx" presStyleLbl="revTx" presStyleIdx="3" presStyleCnt="4">
        <dgm:presLayoutVars>
          <dgm:chMax val="0"/>
          <dgm:chPref val="0"/>
        </dgm:presLayoutVars>
      </dgm:prSet>
      <dgm:spPr/>
    </dgm:pt>
  </dgm:ptLst>
  <dgm:cxnLst>
    <dgm:cxn modelId="{03ECD003-D04A-47A5-A2D3-56325754AC32}" type="presOf" srcId="{75689F42-CED9-4E14-829A-34652AEEF4BC}" destId="{BDBA06CE-4E2C-4745-8D1F-429217912FDE}" srcOrd="0" destOrd="0" presId="urn:microsoft.com/office/officeart/2018/2/layout/IconVerticalSolidList"/>
    <dgm:cxn modelId="{DA912B0A-9EC6-4930-8E00-01A9690C2808}" type="presOf" srcId="{B21D4100-A16B-41A3-92B8-FA1BC79F7494}" destId="{DB98B08F-7944-4B20-B120-F35E31456818}" srcOrd="0" destOrd="0" presId="urn:microsoft.com/office/officeart/2018/2/layout/IconVerticalSolidList"/>
    <dgm:cxn modelId="{227FA327-76B3-41BC-A91A-10F332204629}" srcId="{7621F750-0A58-49C5-B3EB-0CD185667344}" destId="{75689F42-CED9-4E14-829A-34652AEEF4BC}" srcOrd="1" destOrd="0" parTransId="{193BF249-9121-4F36-9E17-1CF70673E007}" sibTransId="{A2938348-2571-45B3-9D44-32B7D62C560B}"/>
    <dgm:cxn modelId="{EF018841-634C-4CA7-BC20-CE12574587C5}" srcId="{7621F750-0A58-49C5-B3EB-0CD185667344}" destId="{EFD6499E-204D-427C-BB5B-1B0716692412}" srcOrd="0" destOrd="0" parTransId="{6C69D70A-D1BF-4F0E-A302-AC1CB5378E44}" sibTransId="{F409E77D-DD5C-404E-9211-4BA33AB698BD}"/>
    <dgm:cxn modelId="{C5594A45-7CF4-4FAB-AF17-B05BFF313919}" srcId="{7621F750-0A58-49C5-B3EB-0CD185667344}" destId="{DBC05538-6703-45CD-952F-15B091DE3B21}" srcOrd="2" destOrd="0" parTransId="{F91B2546-0438-48B5-8B7E-A534345E98D9}" sibTransId="{4CF66E88-99D6-414A-BD2A-EBEE1A68ABA5}"/>
    <dgm:cxn modelId="{F939F682-CE34-4187-83BD-E3EA4ACCD406}" type="presOf" srcId="{7621F750-0A58-49C5-B3EB-0CD185667344}" destId="{36FAB267-49E1-4F79-925E-49705C509CE4}" srcOrd="0" destOrd="0" presId="urn:microsoft.com/office/officeart/2018/2/layout/IconVerticalSolidList"/>
    <dgm:cxn modelId="{8E1C6AC1-D8DF-4992-80BA-6B12C7F800AE}" srcId="{7621F750-0A58-49C5-B3EB-0CD185667344}" destId="{B21D4100-A16B-41A3-92B8-FA1BC79F7494}" srcOrd="3" destOrd="0" parTransId="{2B498979-F6BD-4F88-A2F7-BE3E133D2CF7}" sibTransId="{CFA7B872-031A-4105-90F0-E1E77B868E61}"/>
    <dgm:cxn modelId="{99F769D4-E833-412F-8602-2F4B055298F7}" type="presOf" srcId="{EFD6499E-204D-427C-BB5B-1B0716692412}" destId="{DFFB5C41-7C95-4982-83C2-E6380F7A3597}" srcOrd="0" destOrd="0" presId="urn:microsoft.com/office/officeart/2018/2/layout/IconVerticalSolidList"/>
    <dgm:cxn modelId="{4D9026E7-A48B-4262-88A9-9A663FBAD6CD}" type="presOf" srcId="{DBC05538-6703-45CD-952F-15B091DE3B21}" destId="{8FBECCE3-DAC7-4C6D-B8EF-34B99F9FE1DC}" srcOrd="0" destOrd="0" presId="urn:microsoft.com/office/officeart/2018/2/layout/IconVerticalSolidList"/>
    <dgm:cxn modelId="{16DF8B45-822C-44BD-ABB6-83EB3B1B4D91}" type="presParOf" srcId="{36FAB267-49E1-4F79-925E-49705C509CE4}" destId="{3D816628-C03B-4FFF-B848-C9C8B3CA5688}" srcOrd="0" destOrd="0" presId="urn:microsoft.com/office/officeart/2018/2/layout/IconVerticalSolidList"/>
    <dgm:cxn modelId="{2FB8430E-91FD-406B-B6CB-5E6D08B43A66}" type="presParOf" srcId="{3D816628-C03B-4FFF-B848-C9C8B3CA5688}" destId="{D4FE02E2-F68E-4F08-9BAA-B5D1D63E1646}" srcOrd="0" destOrd="0" presId="urn:microsoft.com/office/officeart/2018/2/layout/IconVerticalSolidList"/>
    <dgm:cxn modelId="{2F5CDE61-A555-4F1F-8ED2-F0880BAA6163}" type="presParOf" srcId="{3D816628-C03B-4FFF-B848-C9C8B3CA5688}" destId="{06E6A00F-422D-4D85-9801-331DCDC66276}" srcOrd="1" destOrd="0" presId="urn:microsoft.com/office/officeart/2018/2/layout/IconVerticalSolidList"/>
    <dgm:cxn modelId="{11A03BC9-2E94-403C-86E8-989508C09717}" type="presParOf" srcId="{3D816628-C03B-4FFF-B848-C9C8B3CA5688}" destId="{0B4D3662-CC52-4AB0-BF44-832ACB297C5C}" srcOrd="2" destOrd="0" presId="urn:microsoft.com/office/officeart/2018/2/layout/IconVerticalSolidList"/>
    <dgm:cxn modelId="{2ABBEDC3-5DC1-4C9B-861B-6E1A0D11E030}" type="presParOf" srcId="{3D816628-C03B-4FFF-B848-C9C8B3CA5688}" destId="{DFFB5C41-7C95-4982-83C2-E6380F7A3597}" srcOrd="3" destOrd="0" presId="urn:microsoft.com/office/officeart/2018/2/layout/IconVerticalSolidList"/>
    <dgm:cxn modelId="{A3560A77-3E5A-4DA9-9E8B-1638D4AC7F21}" type="presParOf" srcId="{36FAB267-49E1-4F79-925E-49705C509CE4}" destId="{4CC198CF-0E42-477D-94FF-7754970A2881}" srcOrd="1" destOrd="0" presId="urn:microsoft.com/office/officeart/2018/2/layout/IconVerticalSolidList"/>
    <dgm:cxn modelId="{A278283D-D0B5-4A8C-893F-632919CF84DA}" type="presParOf" srcId="{36FAB267-49E1-4F79-925E-49705C509CE4}" destId="{4B91C446-5849-41F8-B94F-2B989FB8C6B0}" srcOrd="2" destOrd="0" presId="urn:microsoft.com/office/officeart/2018/2/layout/IconVerticalSolidList"/>
    <dgm:cxn modelId="{D69F0715-DD49-4460-8F03-8C8383BC05CE}" type="presParOf" srcId="{4B91C446-5849-41F8-B94F-2B989FB8C6B0}" destId="{D6BC6EAE-23EA-4CEE-8BAA-87F00FD2071B}" srcOrd="0" destOrd="0" presId="urn:microsoft.com/office/officeart/2018/2/layout/IconVerticalSolidList"/>
    <dgm:cxn modelId="{BC908964-7855-49FF-94B4-A0A064ECB0EE}" type="presParOf" srcId="{4B91C446-5849-41F8-B94F-2B989FB8C6B0}" destId="{A5A719B1-CFED-4F56-8A6D-A29D3B7DF0BD}" srcOrd="1" destOrd="0" presId="urn:microsoft.com/office/officeart/2018/2/layout/IconVerticalSolidList"/>
    <dgm:cxn modelId="{C8A11B77-3E2D-4D89-9F3D-BBD9105AB41B}" type="presParOf" srcId="{4B91C446-5849-41F8-B94F-2B989FB8C6B0}" destId="{5DAA4674-E142-4A21-8F11-AB9983B1DDDA}" srcOrd="2" destOrd="0" presId="urn:microsoft.com/office/officeart/2018/2/layout/IconVerticalSolidList"/>
    <dgm:cxn modelId="{68FF9DC7-78B4-40FD-9C05-4A0A961DB110}" type="presParOf" srcId="{4B91C446-5849-41F8-B94F-2B989FB8C6B0}" destId="{BDBA06CE-4E2C-4745-8D1F-429217912FDE}" srcOrd="3" destOrd="0" presId="urn:microsoft.com/office/officeart/2018/2/layout/IconVerticalSolidList"/>
    <dgm:cxn modelId="{458C943F-1AAF-4D72-AC60-22D40249072D}" type="presParOf" srcId="{36FAB267-49E1-4F79-925E-49705C509CE4}" destId="{CEC3BA2A-B6C7-4F6E-A46D-A030E7AC421E}" srcOrd="3" destOrd="0" presId="urn:microsoft.com/office/officeart/2018/2/layout/IconVerticalSolidList"/>
    <dgm:cxn modelId="{DE6FB599-ED13-47A7-99F9-9D9DBD022A01}" type="presParOf" srcId="{36FAB267-49E1-4F79-925E-49705C509CE4}" destId="{A53F758A-367E-487A-AD5B-D5CC2EEC8433}" srcOrd="4" destOrd="0" presId="urn:microsoft.com/office/officeart/2018/2/layout/IconVerticalSolidList"/>
    <dgm:cxn modelId="{16E2697D-8274-468F-BA7E-02D0D0936D88}" type="presParOf" srcId="{A53F758A-367E-487A-AD5B-D5CC2EEC8433}" destId="{C7DB4754-402C-4132-B875-4FB599CDAB93}" srcOrd="0" destOrd="0" presId="urn:microsoft.com/office/officeart/2018/2/layout/IconVerticalSolidList"/>
    <dgm:cxn modelId="{B964AEC0-55F6-4663-ACFD-ECF3F585E753}" type="presParOf" srcId="{A53F758A-367E-487A-AD5B-D5CC2EEC8433}" destId="{F8DF5DA5-FDDD-4970-B07F-ACA99755834D}" srcOrd="1" destOrd="0" presId="urn:microsoft.com/office/officeart/2018/2/layout/IconVerticalSolidList"/>
    <dgm:cxn modelId="{A90F6D63-A4F5-4D6A-A33E-61D1FDBEFE83}" type="presParOf" srcId="{A53F758A-367E-487A-AD5B-D5CC2EEC8433}" destId="{9DBA9C42-FA89-4C27-A99F-D13FDDED9824}" srcOrd="2" destOrd="0" presId="urn:microsoft.com/office/officeart/2018/2/layout/IconVerticalSolidList"/>
    <dgm:cxn modelId="{A966AB79-E040-402D-B751-B326F48E3267}" type="presParOf" srcId="{A53F758A-367E-487A-AD5B-D5CC2EEC8433}" destId="{8FBECCE3-DAC7-4C6D-B8EF-34B99F9FE1DC}" srcOrd="3" destOrd="0" presId="urn:microsoft.com/office/officeart/2018/2/layout/IconVerticalSolidList"/>
    <dgm:cxn modelId="{852C1834-7D16-470D-BE25-ECC2B0C21E48}" type="presParOf" srcId="{36FAB267-49E1-4F79-925E-49705C509CE4}" destId="{FFBE8374-9115-47D4-A396-959B41922058}" srcOrd="5" destOrd="0" presId="urn:microsoft.com/office/officeart/2018/2/layout/IconVerticalSolidList"/>
    <dgm:cxn modelId="{54CC4355-05C3-4E11-AB83-D16FFE66AECB}" type="presParOf" srcId="{36FAB267-49E1-4F79-925E-49705C509CE4}" destId="{010ED619-A55C-4B97-9FF9-8163390FBEAE}" srcOrd="6" destOrd="0" presId="urn:microsoft.com/office/officeart/2018/2/layout/IconVerticalSolidList"/>
    <dgm:cxn modelId="{FB24D2C6-ECC7-4A5D-9407-E51E4451D72E}" type="presParOf" srcId="{010ED619-A55C-4B97-9FF9-8163390FBEAE}" destId="{E5F35444-E011-4972-A83D-69A18F2E07CD}" srcOrd="0" destOrd="0" presId="urn:microsoft.com/office/officeart/2018/2/layout/IconVerticalSolidList"/>
    <dgm:cxn modelId="{609C1CC6-1C94-41AF-8198-151D33604681}" type="presParOf" srcId="{010ED619-A55C-4B97-9FF9-8163390FBEAE}" destId="{B2D0D005-56CF-4EE9-AE5A-4B548A14101D}" srcOrd="1" destOrd="0" presId="urn:microsoft.com/office/officeart/2018/2/layout/IconVerticalSolidList"/>
    <dgm:cxn modelId="{2B26A392-9506-44F2-B486-08198FC45061}" type="presParOf" srcId="{010ED619-A55C-4B97-9FF9-8163390FBEAE}" destId="{FED15A24-7709-499E-81BC-B27B5E666634}" srcOrd="2" destOrd="0" presId="urn:microsoft.com/office/officeart/2018/2/layout/IconVerticalSolidList"/>
    <dgm:cxn modelId="{0299D6A7-2318-49E1-872A-C2255E2AC05A}" type="presParOf" srcId="{010ED619-A55C-4B97-9FF9-8163390FBEAE}" destId="{DB98B08F-7944-4B20-B120-F35E314568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DEA294E-BD0D-4436-BC1F-AECA2F50D97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6C8F26-1CAC-4BAD-B74B-8DEBF0DAD87E}">
      <dgm:prSet/>
      <dgm:spPr/>
      <dgm:t>
        <a:bodyPr/>
        <a:lstStyle/>
        <a:p>
          <a:pPr>
            <a:lnSpc>
              <a:spcPct val="100000"/>
            </a:lnSpc>
          </a:pPr>
          <a:r>
            <a:rPr lang="en-US"/>
            <a:t>The basic idea here is that instead of freezing the requirements before a design or coding can proceed, a throwaway prototype is built to understand the requirements. </a:t>
          </a:r>
        </a:p>
      </dgm:t>
    </dgm:pt>
    <dgm:pt modelId="{29D43322-319B-42F8-B3CC-80569823A874}" type="parTrans" cxnId="{5D965AC9-4D29-4BCE-8B1D-10C1A9FFB94A}">
      <dgm:prSet/>
      <dgm:spPr/>
      <dgm:t>
        <a:bodyPr/>
        <a:lstStyle/>
        <a:p>
          <a:endParaRPr lang="en-US"/>
        </a:p>
      </dgm:t>
    </dgm:pt>
    <dgm:pt modelId="{5E1726AD-6464-4CF9-BE47-1AE508354D34}" type="sibTrans" cxnId="{5D965AC9-4D29-4BCE-8B1D-10C1A9FFB94A}">
      <dgm:prSet/>
      <dgm:spPr/>
      <dgm:t>
        <a:bodyPr/>
        <a:lstStyle/>
        <a:p>
          <a:endParaRPr lang="en-US"/>
        </a:p>
      </dgm:t>
    </dgm:pt>
    <dgm:pt modelId="{AB282D83-2FCA-4519-9D08-1370B4E30005}">
      <dgm:prSet/>
      <dgm:spPr/>
      <dgm:t>
        <a:bodyPr/>
        <a:lstStyle/>
        <a:p>
          <a:pPr>
            <a:lnSpc>
              <a:spcPct val="100000"/>
            </a:lnSpc>
          </a:pPr>
          <a:r>
            <a:rPr lang="en-US"/>
            <a:t>This prototype is developed based on the currently known requirements. </a:t>
          </a:r>
        </a:p>
      </dgm:t>
    </dgm:pt>
    <dgm:pt modelId="{92C416E6-812E-4E0F-BCEA-50C137A6BD6F}" type="parTrans" cxnId="{54694B8B-695F-43D2-9E24-B2AC98AEA708}">
      <dgm:prSet/>
      <dgm:spPr/>
      <dgm:t>
        <a:bodyPr/>
        <a:lstStyle/>
        <a:p>
          <a:endParaRPr lang="en-US"/>
        </a:p>
      </dgm:t>
    </dgm:pt>
    <dgm:pt modelId="{4A52CE63-56FC-4126-B7C8-745774996465}" type="sibTrans" cxnId="{54694B8B-695F-43D2-9E24-B2AC98AEA708}">
      <dgm:prSet/>
      <dgm:spPr/>
      <dgm:t>
        <a:bodyPr/>
        <a:lstStyle/>
        <a:p>
          <a:endParaRPr lang="en-US"/>
        </a:p>
      </dgm:t>
    </dgm:pt>
    <dgm:pt modelId="{54984AF6-A2B7-4EC1-B279-6F109EB2A2C4}">
      <dgm:prSet/>
      <dgm:spPr/>
      <dgm:t>
        <a:bodyPr/>
        <a:lstStyle/>
        <a:p>
          <a:pPr>
            <a:lnSpc>
              <a:spcPct val="100000"/>
            </a:lnSpc>
          </a:pPr>
          <a:r>
            <a:rPr lang="en-US"/>
            <a:t>By using this prototype, the client can get an “actual feel” of the system, since the interactions with prototype can enable the client to better understand the requirements of the desired system.  </a:t>
          </a:r>
        </a:p>
      </dgm:t>
    </dgm:pt>
    <dgm:pt modelId="{16DFFA9F-6B74-48A3-8234-15AA98B55B9F}" type="parTrans" cxnId="{2972FEE4-D6E5-4B05-A206-EE7A03512536}">
      <dgm:prSet/>
      <dgm:spPr/>
      <dgm:t>
        <a:bodyPr/>
        <a:lstStyle/>
        <a:p>
          <a:endParaRPr lang="en-US"/>
        </a:p>
      </dgm:t>
    </dgm:pt>
    <dgm:pt modelId="{A9EEB22C-338E-42F3-AF17-5CEF6976402F}" type="sibTrans" cxnId="{2972FEE4-D6E5-4B05-A206-EE7A03512536}">
      <dgm:prSet/>
      <dgm:spPr/>
      <dgm:t>
        <a:bodyPr/>
        <a:lstStyle/>
        <a:p>
          <a:endParaRPr lang="en-US"/>
        </a:p>
      </dgm:t>
    </dgm:pt>
    <dgm:pt modelId="{BDC90F25-212F-4718-9F60-B10FA3A8A20F}" type="pres">
      <dgm:prSet presAssocID="{6DEA294E-BD0D-4436-BC1F-AECA2F50D971}" presName="root" presStyleCnt="0">
        <dgm:presLayoutVars>
          <dgm:dir/>
          <dgm:resizeHandles val="exact"/>
        </dgm:presLayoutVars>
      </dgm:prSet>
      <dgm:spPr/>
    </dgm:pt>
    <dgm:pt modelId="{BC626862-1C6E-4825-A96F-5EF1151E28DD}" type="pres">
      <dgm:prSet presAssocID="{AB6C8F26-1CAC-4BAD-B74B-8DEBF0DAD87E}" presName="compNode" presStyleCnt="0"/>
      <dgm:spPr/>
    </dgm:pt>
    <dgm:pt modelId="{3EBE19DB-152F-4481-A474-1C65DFC37F97}" type="pres">
      <dgm:prSet presAssocID="{AB6C8F26-1CAC-4BAD-B74B-8DEBF0DAD87E}" presName="bgRect" presStyleLbl="bgShp" presStyleIdx="0" presStyleCnt="3"/>
      <dgm:spPr/>
    </dgm:pt>
    <dgm:pt modelId="{A879908A-046B-404D-B888-6A8210D6F195}" type="pres">
      <dgm:prSet presAssocID="{AB6C8F26-1CAC-4BAD-B74B-8DEBF0DAD87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w Temperature"/>
        </a:ext>
      </dgm:extLst>
    </dgm:pt>
    <dgm:pt modelId="{0CA0C25E-38CD-41F0-86BA-952B36B418D2}" type="pres">
      <dgm:prSet presAssocID="{AB6C8F26-1CAC-4BAD-B74B-8DEBF0DAD87E}" presName="spaceRect" presStyleCnt="0"/>
      <dgm:spPr/>
    </dgm:pt>
    <dgm:pt modelId="{DC8B35D3-3D65-4F12-965C-0028F246EFE6}" type="pres">
      <dgm:prSet presAssocID="{AB6C8F26-1CAC-4BAD-B74B-8DEBF0DAD87E}" presName="parTx" presStyleLbl="revTx" presStyleIdx="0" presStyleCnt="3">
        <dgm:presLayoutVars>
          <dgm:chMax val="0"/>
          <dgm:chPref val="0"/>
        </dgm:presLayoutVars>
      </dgm:prSet>
      <dgm:spPr/>
    </dgm:pt>
    <dgm:pt modelId="{53B7AD14-DF98-4A8E-B8AB-B21D81C132AD}" type="pres">
      <dgm:prSet presAssocID="{5E1726AD-6464-4CF9-BE47-1AE508354D34}" presName="sibTrans" presStyleCnt="0"/>
      <dgm:spPr/>
    </dgm:pt>
    <dgm:pt modelId="{B5E07594-0613-4F72-8E2A-A9863DC04B71}" type="pres">
      <dgm:prSet presAssocID="{AB282D83-2FCA-4519-9D08-1370B4E30005}" presName="compNode" presStyleCnt="0"/>
      <dgm:spPr/>
    </dgm:pt>
    <dgm:pt modelId="{609FD546-A3B8-4D79-A54B-351BEBD2D986}" type="pres">
      <dgm:prSet presAssocID="{AB282D83-2FCA-4519-9D08-1370B4E30005}" presName="bgRect" presStyleLbl="bgShp" presStyleIdx="1" presStyleCnt="3"/>
      <dgm:spPr/>
    </dgm:pt>
    <dgm:pt modelId="{72EFD914-4990-4EF5-AE12-D42485DF527D}" type="pres">
      <dgm:prSet presAssocID="{AB282D83-2FCA-4519-9D08-1370B4E3000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1CA022C2-3AFC-4DE1-8279-66F63863DF9F}" type="pres">
      <dgm:prSet presAssocID="{AB282D83-2FCA-4519-9D08-1370B4E30005}" presName="spaceRect" presStyleCnt="0"/>
      <dgm:spPr/>
    </dgm:pt>
    <dgm:pt modelId="{F279B68F-6F55-4792-BF79-8689008340B7}" type="pres">
      <dgm:prSet presAssocID="{AB282D83-2FCA-4519-9D08-1370B4E30005}" presName="parTx" presStyleLbl="revTx" presStyleIdx="1" presStyleCnt="3">
        <dgm:presLayoutVars>
          <dgm:chMax val="0"/>
          <dgm:chPref val="0"/>
        </dgm:presLayoutVars>
      </dgm:prSet>
      <dgm:spPr/>
    </dgm:pt>
    <dgm:pt modelId="{4784ADE9-7E2E-45C3-A082-6AF116DBD93F}" type="pres">
      <dgm:prSet presAssocID="{4A52CE63-56FC-4126-B7C8-745774996465}" presName="sibTrans" presStyleCnt="0"/>
      <dgm:spPr/>
    </dgm:pt>
    <dgm:pt modelId="{A6541219-8F79-470B-898E-E4F2BE2096B8}" type="pres">
      <dgm:prSet presAssocID="{54984AF6-A2B7-4EC1-B279-6F109EB2A2C4}" presName="compNode" presStyleCnt="0"/>
      <dgm:spPr/>
    </dgm:pt>
    <dgm:pt modelId="{9707732F-2CB3-456F-980B-028A32DFADED}" type="pres">
      <dgm:prSet presAssocID="{54984AF6-A2B7-4EC1-B279-6F109EB2A2C4}" presName="bgRect" presStyleLbl="bgShp" presStyleIdx="2" presStyleCnt="3"/>
      <dgm:spPr/>
    </dgm:pt>
    <dgm:pt modelId="{145175C1-9BE7-4416-B39B-BA9F27DABDE0}" type="pres">
      <dgm:prSet presAssocID="{54984AF6-A2B7-4EC1-B279-6F109EB2A2C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lowchart"/>
        </a:ext>
      </dgm:extLst>
    </dgm:pt>
    <dgm:pt modelId="{7D5D5C84-77FF-4AF3-9CE2-E04196B55C79}" type="pres">
      <dgm:prSet presAssocID="{54984AF6-A2B7-4EC1-B279-6F109EB2A2C4}" presName="spaceRect" presStyleCnt="0"/>
      <dgm:spPr/>
    </dgm:pt>
    <dgm:pt modelId="{C0E067C0-3CB1-472E-8733-C8B7C27AAA41}" type="pres">
      <dgm:prSet presAssocID="{54984AF6-A2B7-4EC1-B279-6F109EB2A2C4}" presName="parTx" presStyleLbl="revTx" presStyleIdx="2" presStyleCnt="3">
        <dgm:presLayoutVars>
          <dgm:chMax val="0"/>
          <dgm:chPref val="0"/>
        </dgm:presLayoutVars>
      </dgm:prSet>
      <dgm:spPr/>
    </dgm:pt>
  </dgm:ptLst>
  <dgm:cxnLst>
    <dgm:cxn modelId="{8038EA35-3A8A-40E1-ADA5-235E24F854C3}" type="presOf" srcId="{AB6C8F26-1CAC-4BAD-B74B-8DEBF0DAD87E}" destId="{DC8B35D3-3D65-4F12-965C-0028F246EFE6}" srcOrd="0" destOrd="0" presId="urn:microsoft.com/office/officeart/2018/2/layout/IconVerticalSolidList"/>
    <dgm:cxn modelId="{FD124060-29F6-4E14-9FB2-E3CAB3703E5C}" type="presOf" srcId="{AB282D83-2FCA-4519-9D08-1370B4E30005}" destId="{F279B68F-6F55-4792-BF79-8689008340B7}" srcOrd="0" destOrd="0" presId="urn:microsoft.com/office/officeart/2018/2/layout/IconVerticalSolidList"/>
    <dgm:cxn modelId="{CBBB7E81-E4DC-401D-B9B8-308F6F58038D}" type="presOf" srcId="{54984AF6-A2B7-4EC1-B279-6F109EB2A2C4}" destId="{C0E067C0-3CB1-472E-8733-C8B7C27AAA41}" srcOrd="0" destOrd="0" presId="urn:microsoft.com/office/officeart/2018/2/layout/IconVerticalSolidList"/>
    <dgm:cxn modelId="{54694B8B-695F-43D2-9E24-B2AC98AEA708}" srcId="{6DEA294E-BD0D-4436-BC1F-AECA2F50D971}" destId="{AB282D83-2FCA-4519-9D08-1370B4E30005}" srcOrd="1" destOrd="0" parTransId="{92C416E6-812E-4E0F-BCEA-50C137A6BD6F}" sibTransId="{4A52CE63-56FC-4126-B7C8-745774996465}"/>
    <dgm:cxn modelId="{EDE50DB3-10A0-46AE-AB25-2139A64C886D}" type="presOf" srcId="{6DEA294E-BD0D-4436-BC1F-AECA2F50D971}" destId="{BDC90F25-212F-4718-9F60-B10FA3A8A20F}" srcOrd="0" destOrd="0" presId="urn:microsoft.com/office/officeart/2018/2/layout/IconVerticalSolidList"/>
    <dgm:cxn modelId="{5D965AC9-4D29-4BCE-8B1D-10C1A9FFB94A}" srcId="{6DEA294E-BD0D-4436-BC1F-AECA2F50D971}" destId="{AB6C8F26-1CAC-4BAD-B74B-8DEBF0DAD87E}" srcOrd="0" destOrd="0" parTransId="{29D43322-319B-42F8-B3CC-80569823A874}" sibTransId="{5E1726AD-6464-4CF9-BE47-1AE508354D34}"/>
    <dgm:cxn modelId="{2972FEE4-D6E5-4B05-A206-EE7A03512536}" srcId="{6DEA294E-BD0D-4436-BC1F-AECA2F50D971}" destId="{54984AF6-A2B7-4EC1-B279-6F109EB2A2C4}" srcOrd="2" destOrd="0" parTransId="{16DFFA9F-6B74-48A3-8234-15AA98B55B9F}" sibTransId="{A9EEB22C-338E-42F3-AF17-5CEF6976402F}"/>
    <dgm:cxn modelId="{7AD093E6-B33F-4321-9130-5228B682AC50}" type="presParOf" srcId="{BDC90F25-212F-4718-9F60-B10FA3A8A20F}" destId="{BC626862-1C6E-4825-A96F-5EF1151E28DD}" srcOrd="0" destOrd="0" presId="urn:microsoft.com/office/officeart/2018/2/layout/IconVerticalSolidList"/>
    <dgm:cxn modelId="{8BC7402D-E52C-4210-8A6A-B391758AE3BE}" type="presParOf" srcId="{BC626862-1C6E-4825-A96F-5EF1151E28DD}" destId="{3EBE19DB-152F-4481-A474-1C65DFC37F97}" srcOrd="0" destOrd="0" presId="urn:microsoft.com/office/officeart/2018/2/layout/IconVerticalSolidList"/>
    <dgm:cxn modelId="{5CA72AA3-E807-4983-B21B-9DB1884EAFB1}" type="presParOf" srcId="{BC626862-1C6E-4825-A96F-5EF1151E28DD}" destId="{A879908A-046B-404D-B888-6A8210D6F195}" srcOrd="1" destOrd="0" presId="urn:microsoft.com/office/officeart/2018/2/layout/IconVerticalSolidList"/>
    <dgm:cxn modelId="{2E45690C-C6A0-476D-A275-05F2BE7A3D74}" type="presParOf" srcId="{BC626862-1C6E-4825-A96F-5EF1151E28DD}" destId="{0CA0C25E-38CD-41F0-86BA-952B36B418D2}" srcOrd="2" destOrd="0" presId="urn:microsoft.com/office/officeart/2018/2/layout/IconVerticalSolidList"/>
    <dgm:cxn modelId="{044EDC81-A2D5-4DD2-93C7-531B32A610DF}" type="presParOf" srcId="{BC626862-1C6E-4825-A96F-5EF1151E28DD}" destId="{DC8B35D3-3D65-4F12-965C-0028F246EFE6}" srcOrd="3" destOrd="0" presId="urn:microsoft.com/office/officeart/2018/2/layout/IconVerticalSolidList"/>
    <dgm:cxn modelId="{2A3D4B9A-ACCE-48C1-83BB-C5DBFFCEB0E2}" type="presParOf" srcId="{BDC90F25-212F-4718-9F60-B10FA3A8A20F}" destId="{53B7AD14-DF98-4A8E-B8AB-B21D81C132AD}" srcOrd="1" destOrd="0" presId="urn:microsoft.com/office/officeart/2018/2/layout/IconVerticalSolidList"/>
    <dgm:cxn modelId="{A9C7001A-9B2A-4168-82CB-33FA97D6F13D}" type="presParOf" srcId="{BDC90F25-212F-4718-9F60-B10FA3A8A20F}" destId="{B5E07594-0613-4F72-8E2A-A9863DC04B71}" srcOrd="2" destOrd="0" presId="urn:microsoft.com/office/officeart/2018/2/layout/IconVerticalSolidList"/>
    <dgm:cxn modelId="{BE23C649-0666-4190-9260-F272A137A259}" type="presParOf" srcId="{B5E07594-0613-4F72-8E2A-A9863DC04B71}" destId="{609FD546-A3B8-4D79-A54B-351BEBD2D986}" srcOrd="0" destOrd="0" presId="urn:microsoft.com/office/officeart/2018/2/layout/IconVerticalSolidList"/>
    <dgm:cxn modelId="{2A60D00C-3756-48AF-A9DB-0E2A9ED38577}" type="presParOf" srcId="{B5E07594-0613-4F72-8E2A-A9863DC04B71}" destId="{72EFD914-4990-4EF5-AE12-D42485DF527D}" srcOrd="1" destOrd="0" presId="urn:microsoft.com/office/officeart/2018/2/layout/IconVerticalSolidList"/>
    <dgm:cxn modelId="{5D63F848-5444-4069-86AF-CFB543ABD7A6}" type="presParOf" srcId="{B5E07594-0613-4F72-8E2A-A9863DC04B71}" destId="{1CA022C2-3AFC-4DE1-8279-66F63863DF9F}" srcOrd="2" destOrd="0" presId="urn:microsoft.com/office/officeart/2018/2/layout/IconVerticalSolidList"/>
    <dgm:cxn modelId="{62696C59-4ED7-471D-B4CC-56117DB9B065}" type="presParOf" srcId="{B5E07594-0613-4F72-8E2A-A9863DC04B71}" destId="{F279B68F-6F55-4792-BF79-8689008340B7}" srcOrd="3" destOrd="0" presId="urn:microsoft.com/office/officeart/2018/2/layout/IconVerticalSolidList"/>
    <dgm:cxn modelId="{94607F1A-69D1-4ABC-AC0D-E26749661ADD}" type="presParOf" srcId="{BDC90F25-212F-4718-9F60-B10FA3A8A20F}" destId="{4784ADE9-7E2E-45C3-A082-6AF116DBD93F}" srcOrd="3" destOrd="0" presId="urn:microsoft.com/office/officeart/2018/2/layout/IconVerticalSolidList"/>
    <dgm:cxn modelId="{0D876CB2-96F4-42D3-BC5F-F8BD2E00903F}" type="presParOf" srcId="{BDC90F25-212F-4718-9F60-B10FA3A8A20F}" destId="{A6541219-8F79-470B-898E-E4F2BE2096B8}" srcOrd="4" destOrd="0" presId="urn:microsoft.com/office/officeart/2018/2/layout/IconVerticalSolidList"/>
    <dgm:cxn modelId="{EC50FB48-68B8-4241-908E-C5AC713A091D}" type="presParOf" srcId="{A6541219-8F79-470B-898E-E4F2BE2096B8}" destId="{9707732F-2CB3-456F-980B-028A32DFADED}" srcOrd="0" destOrd="0" presId="urn:microsoft.com/office/officeart/2018/2/layout/IconVerticalSolidList"/>
    <dgm:cxn modelId="{ADD7C349-F062-4C5D-B668-7D2B31B36756}" type="presParOf" srcId="{A6541219-8F79-470B-898E-E4F2BE2096B8}" destId="{145175C1-9BE7-4416-B39B-BA9F27DABDE0}" srcOrd="1" destOrd="0" presId="urn:microsoft.com/office/officeart/2018/2/layout/IconVerticalSolidList"/>
    <dgm:cxn modelId="{F1B68964-A2E5-46F9-B0FE-92CF10E69BEC}" type="presParOf" srcId="{A6541219-8F79-470B-898E-E4F2BE2096B8}" destId="{7D5D5C84-77FF-4AF3-9CE2-E04196B55C79}" srcOrd="2" destOrd="0" presId="urn:microsoft.com/office/officeart/2018/2/layout/IconVerticalSolidList"/>
    <dgm:cxn modelId="{0CB75CAB-ECC5-4E30-A6A7-472EF66DC5C2}" type="presParOf" srcId="{A6541219-8F79-470B-898E-E4F2BE2096B8}" destId="{C0E067C0-3CB1-472E-8733-C8B7C27AAA4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32B159-DB69-4CDB-8E2B-2A29E0B549D7}">
      <dsp:nvSpPr>
        <dsp:cNvPr id="0" name=""/>
        <dsp:cNvSpPr/>
      </dsp:nvSpPr>
      <dsp:spPr>
        <a:xfrm>
          <a:off x="3201" y="193789"/>
          <a:ext cx="2539866" cy="152391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hlinkClick xmlns:r="http://schemas.openxmlformats.org/officeDocument/2006/relationships" r:id="rId1"/>
            </a:rPr>
            <a:t>Waterfall model</a:t>
          </a:r>
          <a:endParaRPr lang="en-US" sz="3600" kern="1200"/>
        </a:p>
      </dsp:txBody>
      <dsp:txXfrm>
        <a:off x="3201" y="193789"/>
        <a:ext cx="2539866" cy="1523919"/>
      </dsp:txXfrm>
    </dsp:sp>
    <dsp:sp modelId="{59C15A3D-D616-4E47-AC33-8F9EDA24D0EE}">
      <dsp:nvSpPr>
        <dsp:cNvPr id="0" name=""/>
        <dsp:cNvSpPr/>
      </dsp:nvSpPr>
      <dsp:spPr>
        <a:xfrm>
          <a:off x="2797054" y="193789"/>
          <a:ext cx="2539866" cy="1523919"/>
        </a:xfrm>
        <a:prstGeom prst="rect">
          <a:avLst/>
        </a:prstGeom>
        <a:solidFill>
          <a:schemeClr val="accent2">
            <a:hueOff val="-242561"/>
            <a:satOff val="-13988"/>
            <a:lumOff val="14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hlinkClick xmlns:r="http://schemas.openxmlformats.org/officeDocument/2006/relationships" r:id="rId2"/>
            </a:rPr>
            <a:t>V model</a:t>
          </a:r>
          <a:endParaRPr lang="en-US" sz="3600" kern="1200"/>
        </a:p>
      </dsp:txBody>
      <dsp:txXfrm>
        <a:off x="2797054" y="193789"/>
        <a:ext cx="2539866" cy="1523919"/>
      </dsp:txXfrm>
    </dsp:sp>
    <dsp:sp modelId="{7082C218-BAD6-4B06-9C25-86CDC0374877}">
      <dsp:nvSpPr>
        <dsp:cNvPr id="0" name=""/>
        <dsp:cNvSpPr/>
      </dsp:nvSpPr>
      <dsp:spPr>
        <a:xfrm>
          <a:off x="5590907" y="193789"/>
          <a:ext cx="2539866" cy="1523919"/>
        </a:xfrm>
        <a:prstGeom prst="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hlinkClick xmlns:r="http://schemas.openxmlformats.org/officeDocument/2006/relationships" r:id="rId3"/>
            </a:rPr>
            <a:t>Incremental model</a:t>
          </a:r>
          <a:endParaRPr lang="en-US" sz="3600" kern="1200"/>
        </a:p>
      </dsp:txBody>
      <dsp:txXfrm>
        <a:off x="5590907" y="193789"/>
        <a:ext cx="2539866" cy="1523919"/>
      </dsp:txXfrm>
    </dsp:sp>
    <dsp:sp modelId="{51B39BA0-785F-440C-AAF7-AA3957BFA51E}">
      <dsp:nvSpPr>
        <dsp:cNvPr id="0" name=""/>
        <dsp:cNvSpPr/>
      </dsp:nvSpPr>
      <dsp:spPr>
        <a:xfrm>
          <a:off x="8384760" y="193789"/>
          <a:ext cx="2539866" cy="1523919"/>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hlinkClick xmlns:r="http://schemas.openxmlformats.org/officeDocument/2006/relationships" r:id="rId4"/>
            </a:rPr>
            <a:t>RAD model</a:t>
          </a:r>
          <a:endParaRPr lang="en-US" sz="3600" kern="1200"/>
        </a:p>
      </dsp:txBody>
      <dsp:txXfrm>
        <a:off x="8384760" y="193789"/>
        <a:ext cx="2539866" cy="1523919"/>
      </dsp:txXfrm>
    </dsp:sp>
    <dsp:sp modelId="{69CB8557-7F7C-4F17-9CE2-CA5532E97FC2}">
      <dsp:nvSpPr>
        <dsp:cNvPr id="0" name=""/>
        <dsp:cNvSpPr/>
      </dsp:nvSpPr>
      <dsp:spPr>
        <a:xfrm>
          <a:off x="1400128" y="1971695"/>
          <a:ext cx="2539866" cy="1523919"/>
        </a:xfrm>
        <a:prstGeom prst="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hlinkClick xmlns:r="http://schemas.openxmlformats.org/officeDocument/2006/relationships" r:id="rId5"/>
            </a:rPr>
            <a:t>Agile model</a:t>
          </a:r>
          <a:endParaRPr lang="en-US" sz="3600" kern="1200"/>
        </a:p>
      </dsp:txBody>
      <dsp:txXfrm>
        <a:off x="1400128" y="1971695"/>
        <a:ext cx="2539866" cy="1523919"/>
      </dsp:txXfrm>
    </dsp:sp>
    <dsp:sp modelId="{E9F91C83-0383-4619-9A71-74FF55D2A158}">
      <dsp:nvSpPr>
        <dsp:cNvPr id="0" name=""/>
        <dsp:cNvSpPr/>
      </dsp:nvSpPr>
      <dsp:spPr>
        <a:xfrm>
          <a:off x="4193981" y="1971695"/>
          <a:ext cx="2539866" cy="1523919"/>
        </a:xfrm>
        <a:prstGeom prst="rect">
          <a:avLst/>
        </a:prstGeom>
        <a:solidFill>
          <a:schemeClr val="accent2">
            <a:hueOff val="-1212803"/>
            <a:satOff val="-69940"/>
            <a:lumOff val="71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hlinkClick xmlns:r="http://schemas.openxmlformats.org/officeDocument/2006/relationships" r:id="rId6"/>
            </a:rPr>
            <a:t>Iterative model</a:t>
          </a:r>
          <a:endParaRPr lang="en-US" sz="3600" kern="1200"/>
        </a:p>
      </dsp:txBody>
      <dsp:txXfrm>
        <a:off x="4193981" y="1971695"/>
        <a:ext cx="2539866" cy="1523919"/>
      </dsp:txXfrm>
    </dsp:sp>
    <dsp:sp modelId="{870FE117-5E2B-4D35-AEE9-1AC2F2E665C0}">
      <dsp:nvSpPr>
        <dsp:cNvPr id="0" name=""/>
        <dsp:cNvSpPr/>
      </dsp:nvSpPr>
      <dsp:spPr>
        <a:xfrm>
          <a:off x="6987834" y="1971695"/>
          <a:ext cx="2539866" cy="1523919"/>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hlinkClick xmlns:r="http://schemas.openxmlformats.org/officeDocument/2006/relationships" r:id="rId7"/>
            </a:rPr>
            <a:t>Spiral model</a:t>
          </a:r>
          <a:endParaRPr lang="en-US" sz="3600" kern="1200"/>
        </a:p>
      </dsp:txBody>
      <dsp:txXfrm>
        <a:off x="6987834" y="1971695"/>
        <a:ext cx="2539866" cy="15239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38D3DC-B586-4AFD-9C17-E513D318D169}">
      <dsp:nvSpPr>
        <dsp:cNvPr id="0" name=""/>
        <dsp:cNvSpPr/>
      </dsp:nvSpPr>
      <dsp:spPr>
        <a:xfrm>
          <a:off x="0" y="8417"/>
          <a:ext cx="5687637" cy="1193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The Waterfall Model was first Process Model to be introduced.</a:t>
          </a:r>
        </a:p>
      </dsp:txBody>
      <dsp:txXfrm>
        <a:off x="58257" y="66674"/>
        <a:ext cx="5571123" cy="1076886"/>
      </dsp:txXfrm>
    </dsp:sp>
    <dsp:sp modelId="{8F346ACE-908D-4440-B1CE-15BAA39FE436}">
      <dsp:nvSpPr>
        <dsp:cNvPr id="0" name=""/>
        <dsp:cNvSpPr/>
      </dsp:nvSpPr>
      <dsp:spPr>
        <a:xfrm>
          <a:off x="0" y="1288217"/>
          <a:ext cx="5687637" cy="1193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It is also referred to as a </a:t>
          </a:r>
          <a:r>
            <a:rPr lang="en-US" sz="3000" b="1" kern="1200"/>
            <a:t>linear-sequential life cycle model</a:t>
          </a:r>
          <a:r>
            <a:rPr lang="en-US" sz="3000" kern="1200"/>
            <a:t>. </a:t>
          </a:r>
        </a:p>
      </dsp:txBody>
      <dsp:txXfrm>
        <a:off x="58257" y="1346474"/>
        <a:ext cx="5571123" cy="1076886"/>
      </dsp:txXfrm>
    </dsp:sp>
    <dsp:sp modelId="{A7C48963-6013-41B4-BC88-6BD2A24DFD98}">
      <dsp:nvSpPr>
        <dsp:cNvPr id="0" name=""/>
        <dsp:cNvSpPr/>
      </dsp:nvSpPr>
      <dsp:spPr>
        <a:xfrm>
          <a:off x="0" y="2568017"/>
          <a:ext cx="5687637" cy="1193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It is very simple to understand and use. </a:t>
          </a:r>
        </a:p>
      </dsp:txBody>
      <dsp:txXfrm>
        <a:off x="58257" y="2626274"/>
        <a:ext cx="5571123" cy="10768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5BDB13-CC4A-49BB-8708-E0746318613D}">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0DB133-DE1E-440D-9130-9F99746EC2B6}">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80ECD9-2A45-47AB-A6AE-DD64C0939F0B}">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In incremental model the whole requirement is divided into various builds. </a:t>
          </a:r>
        </a:p>
      </dsp:txBody>
      <dsp:txXfrm>
        <a:off x="1948202" y="368029"/>
        <a:ext cx="3233964" cy="1371985"/>
      </dsp:txXfrm>
    </dsp:sp>
    <dsp:sp modelId="{7C68C0E3-73F4-49A2-9004-25AEEEFC3ED9}">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EB0A3A-F9CE-481B-BFFE-3EE492B31AA8}">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467C91-9967-4E4A-B98F-F91CFEA49064}">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Multiple development cycles take place here, making the life cycle a </a:t>
          </a:r>
          <a:r>
            <a:rPr lang="en-US" sz="2300" kern="1200">
              <a:hlinkClick xmlns:r="http://schemas.openxmlformats.org/officeDocument/2006/relationships" r:id="rId5"/>
            </a:rPr>
            <a:t>“multi-waterfall” cycle</a:t>
          </a:r>
          <a:r>
            <a:rPr lang="en-US" sz="2300" kern="1200"/>
            <a:t>.  </a:t>
          </a:r>
        </a:p>
      </dsp:txBody>
      <dsp:txXfrm>
        <a:off x="7411643" y="368029"/>
        <a:ext cx="3233964" cy="1371985"/>
      </dsp:txXfrm>
    </dsp:sp>
    <dsp:sp modelId="{773AB190-5371-46A1-B03F-E58351F74AE7}">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DC8427-BD57-433E-BE1C-E68505FAE445}">
      <dsp:nvSpPr>
        <dsp:cNvPr id="0" name=""/>
        <dsp:cNvSpPr/>
      </dsp:nvSpPr>
      <dsp:spPr>
        <a:xfrm>
          <a:off x="570337" y="2740907"/>
          <a:ext cx="795751" cy="795751"/>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6E62B0-7493-4CC9-B9F7-D5219CE58D21}">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Cycles are divided up into smaller, more easily managed modules. </a:t>
          </a:r>
        </a:p>
      </dsp:txBody>
      <dsp:txXfrm>
        <a:off x="1948202" y="2452790"/>
        <a:ext cx="3233964" cy="1371985"/>
      </dsp:txXfrm>
    </dsp:sp>
    <dsp:sp modelId="{951F88B0-3D27-4024-8627-741E9A797B03}">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64A59F-6C29-4CBB-8A68-650869D9AD48}">
      <dsp:nvSpPr>
        <dsp:cNvPr id="0" name=""/>
        <dsp:cNvSpPr/>
      </dsp:nvSpPr>
      <dsp:spPr>
        <a:xfrm>
          <a:off x="6033778" y="2740907"/>
          <a:ext cx="795751" cy="795751"/>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87F330-BBF3-4AFD-B4F7-5730E98EE4F0}">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Each module passes through the requirements, design, implementation and </a:t>
          </a:r>
          <a:r>
            <a:rPr lang="en-US" sz="2300" kern="1200">
              <a:hlinkClick xmlns:r="http://schemas.openxmlformats.org/officeDocument/2006/relationships" r:id="rId10"/>
            </a:rPr>
            <a:t>testing</a:t>
          </a:r>
          <a:r>
            <a:rPr lang="en-US" sz="2300" kern="1200"/>
            <a:t> phases. </a:t>
          </a:r>
        </a:p>
      </dsp:txBody>
      <dsp:txXfrm>
        <a:off x="7411643" y="2452790"/>
        <a:ext cx="3233964" cy="13719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3E8673-F14E-4DC1-884E-9EF48474C58A}">
      <dsp:nvSpPr>
        <dsp:cNvPr id="0" name=""/>
        <dsp:cNvSpPr/>
      </dsp:nvSpPr>
      <dsp:spPr>
        <a:xfrm>
          <a:off x="0" y="682"/>
          <a:ext cx="8229600" cy="15975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045956-83AB-4EEC-9F6C-1A155188C3CC}">
      <dsp:nvSpPr>
        <dsp:cNvPr id="0" name=""/>
        <dsp:cNvSpPr/>
      </dsp:nvSpPr>
      <dsp:spPr>
        <a:xfrm>
          <a:off x="483256" y="360129"/>
          <a:ext cx="878648" cy="8786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73EE54-E78C-422A-8520-2371479D2351}">
      <dsp:nvSpPr>
        <dsp:cNvPr id="0" name=""/>
        <dsp:cNvSpPr/>
      </dsp:nvSpPr>
      <dsp:spPr>
        <a:xfrm>
          <a:off x="1845161" y="682"/>
          <a:ext cx="6384438" cy="159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3" tIns="169073" rIns="169073" bIns="169073" numCol="1" spcCol="1270" anchor="ctr" anchorCtr="0">
          <a:noAutofit/>
        </a:bodyPr>
        <a:lstStyle/>
        <a:p>
          <a:pPr marL="0" lvl="0" indent="0" algn="l" defTabSz="1066800">
            <a:lnSpc>
              <a:spcPct val="100000"/>
            </a:lnSpc>
            <a:spcBef>
              <a:spcPct val="0"/>
            </a:spcBef>
            <a:spcAft>
              <a:spcPct val="35000"/>
            </a:spcAft>
            <a:buNone/>
          </a:pPr>
          <a:r>
            <a:rPr lang="en-US" sz="2400" kern="1200"/>
            <a:t>A working version of software is produced during the first module, so you have working software early on during the </a:t>
          </a:r>
          <a:r>
            <a:rPr lang="en-US" sz="2400" kern="1200">
              <a:hlinkClick xmlns:r="http://schemas.openxmlformats.org/officeDocument/2006/relationships" r:id="rId3"/>
            </a:rPr>
            <a:t>software life cycle</a:t>
          </a:r>
          <a:r>
            <a:rPr lang="en-US" sz="2400" kern="1200"/>
            <a:t>. </a:t>
          </a:r>
        </a:p>
      </dsp:txBody>
      <dsp:txXfrm>
        <a:off x="1845161" y="682"/>
        <a:ext cx="6384438" cy="1597542"/>
      </dsp:txXfrm>
    </dsp:sp>
    <dsp:sp modelId="{67B6FECA-E27D-4822-84C0-F5DF623103C6}">
      <dsp:nvSpPr>
        <dsp:cNvPr id="0" name=""/>
        <dsp:cNvSpPr/>
      </dsp:nvSpPr>
      <dsp:spPr>
        <a:xfrm>
          <a:off x="0" y="1997610"/>
          <a:ext cx="8229600" cy="15975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6F58AC-DFFD-48AF-925B-2EF469165068}">
      <dsp:nvSpPr>
        <dsp:cNvPr id="0" name=""/>
        <dsp:cNvSpPr/>
      </dsp:nvSpPr>
      <dsp:spPr>
        <a:xfrm>
          <a:off x="483256" y="2357057"/>
          <a:ext cx="878648" cy="878648"/>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746D48-1257-47C5-AD80-B62219E943D2}">
      <dsp:nvSpPr>
        <dsp:cNvPr id="0" name=""/>
        <dsp:cNvSpPr/>
      </dsp:nvSpPr>
      <dsp:spPr>
        <a:xfrm>
          <a:off x="1845161" y="1997610"/>
          <a:ext cx="6384438" cy="159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3" tIns="169073" rIns="169073" bIns="169073" numCol="1" spcCol="1270" anchor="ctr" anchorCtr="0">
          <a:noAutofit/>
        </a:bodyPr>
        <a:lstStyle/>
        <a:p>
          <a:pPr marL="0" lvl="0" indent="0" algn="l" defTabSz="1066800">
            <a:lnSpc>
              <a:spcPct val="100000"/>
            </a:lnSpc>
            <a:spcBef>
              <a:spcPct val="0"/>
            </a:spcBef>
            <a:spcAft>
              <a:spcPct val="35000"/>
            </a:spcAft>
            <a:buNone/>
          </a:pPr>
          <a:r>
            <a:rPr lang="en-US" sz="2400" kern="1200"/>
            <a:t>Each subsequent release of the module adds function to the previous release.</a:t>
          </a:r>
        </a:p>
      </dsp:txBody>
      <dsp:txXfrm>
        <a:off x="1845161" y="1997610"/>
        <a:ext cx="6384438" cy="1597542"/>
      </dsp:txXfrm>
    </dsp:sp>
    <dsp:sp modelId="{D2E7E495-A8E1-47CE-8734-02EC164A0ABB}">
      <dsp:nvSpPr>
        <dsp:cNvPr id="0" name=""/>
        <dsp:cNvSpPr/>
      </dsp:nvSpPr>
      <dsp:spPr>
        <a:xfrm>
          <a:off x="0" y="3994538"/>
          <a:ext cx="8229600" cy="15975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1FCA51-5CE0-48D6-8BED-A7579F9E598D}">
      <dsp:nvSpPr>
        <dsp:cNvPr id="0" name=""/>
        <dsp:cNvSpPr/>
      </dsp:nvSpPr>
      <dsp:spPr>
        <a:xfrm>
          <a:off x="483256" y="4353985"/>
          <a:ext cx="878648" cy="878648"/>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CF0CD9-9CE2-47AF-BCF4-0A26D76A60FF}">
      <dsp:nvSpPr>
        <dsp:cNvPr id="0" name=""/>
        <dsp:cNvSpPr/>
      </dsp:nvSpPr>
      <dsp:spPr>
        <a:xfrm>
          <a:off x="1845161" y="3994538"/>
          <a:ext cx="6384438" cy="159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3" tIns="169073" rIns="169073" bIns="169073" numCol="1" spcCol="1270" anchor="ctr" anchorCtr="0">
          <a:noAutofit/>
        </a:bodyPr>
        <a:lstStyle/>
        <a:p>
          <a:pPr marL="0" lvl="0" indent="0" algn="l" defTabSz="1066800">
            <a:lnSpc>
              <a:spcPct val="100000"/>
            </a:lnSpc>
            <a:spcBef>
              <a:spcPct val="0"/>
            </a:spcBef>
            <a:spcAft>
              <a:spcPct val="35000"/>
            </a:spcAft>
            <a:buNone/>
          </a:pPr>
          <a:r>
            <a:rPr lang="en-US" sz="2400" kern="1200"/>
            <a:t>The process continues till the complete system is achieved.</a:t>
          </a:r>
        </a:p>
      </dsp:txBody>
      <dsp:txXfrm>
        <a:off x="1845161" y="3994538"/>
        <a:ext cx="6384438" cy="15975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2578E3-C46D-40A3-AE53-4BAA3949FD16}">
      <dsp:nvSpPr>
        <dsp:cNvPr id="0" name=""/>
        <dsp:cNvSpPr/>
      </dsp:nvSpPr>
      <dsp:spPr>
        <a:xfrm>
          <a:off x="205509" y="828340"/>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14106A-6293-45D7-9D14-A8818DADFFCA}">
      <dsp:nvSpPr>
        <dsp:cNvPr id="0" name=""/>
        <dsp:cNvSpPr/>
      </dsp:nvSpPr>
      <dsp:spPr>
        <a:xfrm>
          <a:off x="396960" y="1019791"/>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C83FA4-DC6C-4E9E-9F2B-38792B77B933}">
      <dsp:nvSpPr>
        <dsp:cNvPr id="0" name=""/>
        <dsp:cNvSpPr/>
      </dsp:nvSpPr>
      <dsp:spPr>
        <a:xfrm>
          <a:off x="1312541"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Generates working software quickly and early during the software life cycle.</a:t>
          </a:r>
        </a:p>
      </dsp:txBody>
      <dsp:txXfrm>
        <a:off x="1312541" y="828340"/>
        <a:ext cx="2148945" cy="911674"/>
      </dsp:txXfrm>
    </dsp:sp>
    <dsp:sp modelId="{41022C67-3BE6-4DFB-A9B0-2E11751B0A9E}">
      <dsp:nvSpPr>
        <dsp:cNvPr id="0" name=""/>
        <dsp:cNvSpPr/>
      </dsp:nvSpPr>
      <dsp:spPr>
        <a:xfrm>
          <a:off x="3835925" y="828340"/>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EF74BA-ECFD-47EE-B2E6-A5DE9BFD3790}">
      <dsp:nvSpPr>
        <dsp:cNvPr id="0" name=""/>
        <dsp:cNvSpPr/>
      </dsp:nvSpPr>
      <dsp:spPr>
        <a:xfrm>
          <a:off x="4027376" y="1019791"/>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7F514B-7149-44CD-B96E-43EAF21E21AD}">
      <dsp:nvSpPr>
        <dsp:cNvPr id="0" name=""/>
        <dsp:cNvSpPr/>
      </dsp:nvSpPr>
      <dsp:spPr>
        <a:xfrm>
          <a:off x="4942957"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More flexible – less costly to change scope and requirements.</a:t>
          </a:r>
        </a:p>
      </dsp:txBody>
      <dsp:txXfrm>
        <a:off x="4942957" y="828340"/>
        <a:ext cx="2148945" cy="911674"/>
      </dsp:txXfrm>
    </dsp:sp>
    <dsp:sp modelId="{A3F821FC-3821-477B-9980-2B44A4E60ABA}">
      <dsp:nvSpPr>
        <dsp:cNvPr id="0" name=""/>
        <dsp:cNvSpPr/>
      </dsp:nvSpPr>
      <dsp:spPr>
        <a:xfrm>
          <a:off x="7466341" y="828340"/>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81F2F6-FA36-4C8F-AD7E-FA20C998C027}">
      <dsp:nvSpPr>
        <dsp:cNvPr id="0" name=""/>
        <dsp:cNvSpPr/>
      </dsp:nvSpPr>
      <dsp:spPr>
        <a:xfrm>
          <a:off x="7657792" y="1019791"/>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FBC908-D15D-4AD1-9859-959847C6CAA4}">
      <dsp:nvSpPr>
        <dsp:cNvPr id="0" name=""/>
        <dsp:cNvSpPr/>
      </dsp:nvSpPr>
      <dsp:spPr>
        <a:xfrm>
          <a:off x="8573374"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Easier to test and debug during a smaller iteration.</a:t>
          </a:r>
        </a:p>
      </dsp:txBody>
      <dsp:txXfrm>
        <a:off x="8573374" y="828340"/>
        <a:ext cx="2148945" cy="911674"/>
      </dsp:txXfrm>
    </dsp:sp>
    <dsp:sp modelId="{3BA71B62-4355-4A08-BD04-A53D15312B01}">
      <dsp:nvSpPr>
        <dsp:cNvPr id="0" name=""/>
        <dsp:cNvSpPr/>
      </dsp:nvSpPr>
      <dsp:spPr>
        <a:xfrm>
          <a:off x="205509" y="2452790"/>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ED7E59-24C4-45E5-BB36-E2E7F9C66073}">
      <dsp:nvSpPr>
        <dsp:cNvPr id="0" name=""/>
        <dsp:cNvSpPr/>
      </dsp:nvSpPr>
      <dsp:spPr>
        <a:xfrm>
          <a:off x="396960" y="2644242"/>
          <a:ext cx="528770" cy="5287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3A5444-BAB5-4554-915B-2B1040899BDA}">
      <dsp:nvSpPr>
        <dsp:cNvPr id="0" name=""/>
        <dsp:cNvSpPr/>
      </dsp:nvSpPr>
      <dsp:spPr>
        <a:xfrm>
          <a:off x="1312541"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Customer can respond to each built.</a:t>
          </a:r>
        </a:p>
      </dsp:txBody>
      <dsp:txXfrm>
        <a:off x="1312541" y="2452790"/>
        <a:ext cx="2148945" cy="911674"/>
      </dsp:txXfrm>
    </dsp:sp>
    <dsp:sp modelId="{B2078665-C5C9-46E8-AB30-60F4B398F260}">
      <dsp:nvSpPr>
        <dsp:cNvPr id="0" name=""/>
        <dsp:cNvSpPr/>
      </dsp:nvSpPr>
      <dsp:spPr>
        <a:xfrm>
          <a:off x="3835925" y="2452790"/>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F084AA-CD15-4E79-A068-1AADCCDF21C3}">
      <dsp:nvSpPr>
        <dsp:cNvPr id="0" name=""/>
        <dsp:cNvSpPr/>
      </dsp:nvSpPr>
      <dsp:spPr>
        <a:xfrm>
          <a:off x="4027376" y="2644242"/>
          <a:ext cx="528770" cy="52877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4A4067-2651-4327-95ED-ECE50CCD6FED}">
      <dsp:nvSpPr>
        <dsp:cNvPr id="0" name=""/>
        <dsp:cNvSpPr/>
      </dsp:nvSpPr>
      <dsp:spPr>
        <a:xfrm>
          <a:off x="4942957"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Lowers initial delivery cost.</a:t>
          </a:r>
        </a:p>
      </dsp:txBody>
      <dsp:txXfrm>
        <a:off x="4942957" y="2452790"/>
        <a:ext cx="2148945" cy="911674"/>
      </dsp:txXfrm>
    </dsp:sp>
    <dsp:sp modelId="{2D22B135-63C6-4F32-99D9-EFC61C8BEC9A}">
      <dsp:nvSpPr>
        <dsp:cNvPr id="0" name=""/>
        <dsp:cNvSpPr/>
      </dsp:nvSpPr>
      <dsp:spPr>
        <a:xfrm>
          <a:off x="7466341" y="2452790"/>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53D85-E4B4-4C45-8ED6-A455753EE76B}">
      <dsp:nvSpPr>
        <dsp:cNvPr id="0" name=""/>
        <dsp:cNvSpPr/>
      </dsp:nvSpPr>
      <dsp:spPr>
        <a:xfrm>
          <a:off x="7657792" y="2644242"/>
          <a:ext cx="528770" cy="52877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1E73AD-5824-4BC8-A5F0-BF298623E91D}">
      <dsp:nvSpPr>
        <dsp:cNvPr id="0" name=""/>
        <dsp:cNvSpPr/>
      </dsp:nvSpPr>
      <dsp:spPr>
        <a:xfrm>
          <a:off x="8573374"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Easier to manage risk because risky pieces are identified and handled during it’d iteration.</a:t>
          </a:r>
        </a:p>
      </dsp:txBody>
      <dsp:txXfrm>
        <a:off x="8573374" y="2452790"/>
        <a:ext cx="2148945" cy="91167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1C4297-5F0F-4AFC-9E7D-EEEACF010527}">
      <dsp:nvSpPr>
        <dsp:cNvPr id="0" name=""/>
        <dsp:cNvSpPr/>
      </dsp:nvSpPr>
      <dsp:spPr>
        <a:xfrm>
          <a:off x="0" y="0"/>
          <a:ext cx="9288654" cy="110682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Needs good planning and design. </a:t>
          </a:r>
        </a:p>
      </dsp:txBody>
      <dsp:txXfrm>
        <a:off x="32418" y="32418"/>
        <a:ext cx="8094307" cy="1041985"/>
      </dsp:txXfrm>
    </dsp:sp>
    <dsp:sp modelId="{12294130-8871-49EC-99CA-0C98CD98114C}">
      <dsp:nvSpPr>
        <dsp:cNvPr id="0" name=""/>
        <dsp:cNvSpPr/>
      </dsp:nvSpPr>
      <dsp:spPr>
        <a:xfrm>
          <a:off x="819587" y="1291291"/>
          <a:ext cx="9288654" cy="1106821"/>
        </a:xfrm>
        <a:prstGeom prst="roundRect">
          <a:avLst>
            <a:gd name="adj" fmla="val 10000"/>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Needs a clear and complete definition of the whole system before it can be broken down and built incrementally. </a:t>
          </a:r>
        </a:p>
      </dsp:txBody>
      <dsp:txXfrm>
        <a:off x="852005" y="1323709"/>
        <a:ext cx="7684797" cy="1041985"/>
      </dsp:txXfrm>
    </dsp:sp>
    <dsp:sp modelId="{DF413AD0-1825-46DC-82AA-F166E6406B2D}">
      <dsp:nvSpPr>
        <dsp:cNvPr id="0" name=""/>
        <dsp:cNvSpPr/>
      </dsp:nvSpPr>
      <dsp:spPr>
        <a:xfrm>
          <a:off x="1639174" y="2582583"/>
          <a:ext cx="9288654" cy="1106821"/>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Total cost is higher than </a:t>
          </a:r>
          <a:r>
            <a:rPr lang="en-US" sz="2400" kern="1200">
              <a:hlinkClick xmlns:r="http://schemas.openxmlformats.org/officeDocument/2006/relationships" r:id="rId1"/>
            </a:rPr>
            <a:t>waterfall</a:t>
          </a:r>
          <a:r>
            <a:rPr lang="en-US" sz="2400" kern="1200"/>
            <a:t>.</a:t>
          </a:r>
        </a:p>
      </dsp:txBody>
      <dsp:txXfrm>
        <a:off x="1671592" y="2615001"/>
        <a:ext cx="7684797" cy="1041985"/>
      </dsp:txXfrm>
    </dsp:sp>
    <dsp:sp modelId="{7CA2F33E-21C8-4ACF-B65C-871CCA5D8671}">
      <dsp:nvSpPr>
        <dsp:cNvPr id="0" name=""/>
        <dsp:cNvSpPr/>
      </dsp:nvSpPr>
      <dsp:spPr>
        <a:xfrm>
          <a:off x="8569220" y="839339"/>
          <a:ext cx="719433" cy="719433"/>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8731092" y="839339"/>
        <a:ext cx="395689" cy="541373"/>
      </dsp:txXfrm>
    </dsp:sp>
    <dsp:sp modelId="{58FDB36F-1F63-436E-8EC9-8EB6B00CC572}">
      <dsp:nvSpPr>
        <dsp:cNvPr id="0" name=""/>
        <dsp:cNvSpPr/>
      </dsp:nvSpPr>
      <dsp:spPr>
        <a:xfrm>
          <a:off x="9388807" y="2123252"/>
          <a:ext cx="719433" cy="719433"/>
        </a:xfrm>
        <a:prstGeom prst="downArrow">
          <a:avLst>
            <a:gd name="adj1" fmla="val 55000"/>
            <a:gd name="adj2" fmla="val 45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9550679" y="2123252"/>
        <a:ext cx="395689" cy="54137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65A0EB-A1A2-4C8C-BFE1-6D6CCB92F501}">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62E3A9-70EC-4E34-B4E3-6FC5690EDAAE}">
      <dsp:nvSpPr>
        <dsp:cNvPr id="0" name=""/>
        <dsp:cNvSpPr/>
      </dsp:nvSpPr>
      <dsp:spPr>
        <a:xfrm>
          <a:off x="181438" y="136361"/>
          <a:ext cx="329887" cy="3298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6DD796-AEFD-4453-99D8-DBC7302A7DC1}">
      <dsp:nvSpPr>
        <dsp:cNvPr id="0" name=""/>
        <dsp:cNvSpPr/>
      </dsp:nvSpPr>
      <dsp:spPr>
        <a:xfrm>
          <a:off x="692764" y="1407"/>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Requirements of the complete system are clearly defined and understood. </a:t>
          </a:r>
        </a:p>
      </dsp:txBody>
      <dsp:txXfrm>
        <a:off x="692764" y="1407"/>
        <a:ext cx="9822835" cy="599796"/>
      </dsp:txXfrm>
    </dsp:sp>
    <dsp:sp modelId="{07268914-C1F3-4A1B-8848-67FFC1733986}">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86EF09-0E58-4246-9389-DE92F6A7F5FE}">
      <dsp:nvSpPr>
        <dsp:cNvPr id="0" name=""/>
        <dsp:cNvSpPr/>
      </dsp:nvSpPr>
      <dsp:spPr>
        <a:xfrm>
          <a:off x="181438" y="886107"/>
          <a:ext cx="329887" cy="3298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F94709-E237-4E49-AB9E-1F5E29F1F604}">
      <dsp:nvSpPr>
        <dsp:cNvPr id="0" name=""/>
        <dsp:cNvSpPr/>
      </dsp:nvSpPr>
      <dsp:spPr>
        <a:xfrm>
          <a:off x="692764" y="751152"/>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Major requirements must be defined; however, some details can evolve with time. </a:t>
          </a:r>
        </a:p>
      </dsp:txBody>
      <dsp:txXfrm>
        <a:off x="692764" y="751152"/>
        <a:ext cx="9822835" cy="599796"/>
      </dsp:txXfrm>
    </dsp:sp>
    <dsp:sp modelId="{7F76EB2E-E05D-42A9-8487-856E7EAFD01E}">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8FE7C1-98BB-478C-A9BB-3052652324A6}">
      <dsp:nvSpPr>
        <dsp:cNvPr id="0" name=""/>
        <dsp:cNvSpPr/>
      </dsp:nvSpPr>
      <dsp:spPr>
        <a:xfrm>
          <a:off x="181438" y="1635852"/>
          <a:ext cx="329887" cy="3298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DA9DB8-1034-4D6E-BA40-E9720C694A6B}">
      <dsp:nvSpPr>
        <dsp:cNvPr id="0" name=""/>
        <dsp:cNvSpPr/>
      </dsp:nvSpPr>
      <dsp:spPr>
        <a:xfrm>
          <a:off x="692764" y="150089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There is a need to get a product to the market early.</a:t>
          </a:r>
        </a:p>
      </dsp:txBody>
      <dsp:txXfrm>
        <a:off x="692764" y="1500898"/>
        <a:ext cx="9822835" cy="599796"/>
      </dsp:txXfrm>
    </dsp:sp>
    <dsp:sp modelId="{BECE9CCE-C7E6-4328-AF73-5740D70533CB}">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668A1B-FC4F-4BE8-85F3-73ADC3A344B8}">
      <dsp:nvSpPr>
        <dsp:cNvPr id="0" name=""/>
        <dsp:cNvSpPr/>
      </dsp:nvSpPr>
      <dsp:spPr>
        <a:xfrm>
          <a:off x="181438" y="2385597"/>
          <a:ext cx="329887" cy="3298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12A55A-8F6C-4380-9524-98659F2F0BDA}">
      <dsp:nvSpPr>
        <dsp:cNvPr id="0" name=""/>
        <dsp:cNvSpPr/>
      </dsp:nvSpPr>
      <dsp:spPr>
        <a:xfrm>
          <a:off x="692764" y="2250643"/>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A new technology is being used</a:t>
          </a:r>
        </a:p>
      </dsp:txBody>
      <dsp:txXfrm>
        <a:off x="692764" y="2250643"/>
        <a:ext cx="9822835" cy="599796"/>
      </dsp:txXfrm>
    </dsp:sp>
    <dsp:sp modelId="{56614EE3-14BA-4940-9C49-D6F3EFC62217}">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25A05F-56B3-4974-85BD-05554B213836}">
      <dsp:nvSpPr>
        <dsp:cNvPr id="0" name=""/>
        <dsp:cNvSpPr/>
      </dsp:nvSpPr>
      <dsp:spPr>
        <a:xfrm>
          <a:off x="181438" y="3135342"/>
          <a:ext cx="329887" cy="32988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31AF1E-0EA8-4F35-A4CD-D8879917B366}">
      <dsp:nvSpPr>
        <dsp:cNvPr id="0" name=""/>
        <dsp:cNvSpPr/>
      </dsp:nvSpPr>
      <dsp:spPr>
        <a:xfrm>
          <a:off x="692764" y="300038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Resources with needed skill set are not available</a:t>
          </a:r>
        </a:p>
      </dsp:txBody>
      <dsp:txXfrm>
        <a:off x="692764" y="3000388"/>
        <a:ext cx="9822835" cy="599796"/>
      </dsp:txXfrm>
    </dsp:sp>
    <dsp:sp modelId="{D7AB803F-24B6-4324-91CC-B4D829C02CB8}">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CFD0EE-CB2D-4046-982F-6D8F57276249}">
      <dsp:nvSpPr>
        <dsp:cNvPr id="0" name=""/>
        <dsp:cNvSpPr/>
      </dsp:nvSpPr>
      <dsp:spPr>
        <a:xfrm>
          <a:off x="181438" y="3885088"/>
          <a:ext cx="329887" cy="32988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393B15-D558-4FC4-99BE-A796D9DBE0DE}">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There are some high risk features and goals.</a:t>
          </a:r>
        </a:p>
      </dsp:txBody>
      <dsp:txXfrm>
        <a:off x="692764" y="3750134"/>
        <a:ext cx="9822835" cy="5997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A8527B-75A6-47E4-BAB4-9E1A3EDD9976}">
      <dsp:nvSpPr>
        <dsp:cNvPr id="0" name=""/>
        <dsp:cNvSpPr/>
      </dsp:nvSpPr>
      <dsp:spPr>
        <a:xfrm>
          <a:off x="0" y="3581"/>
          <a:ext cx="10506456" cy="7629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80BFFE-9CEC-4D33-9122-8117C90BB6B3}">
      <dsp:nvSpPr>
        <dsp:cNvPr id="0" name=""/>
        <dsp:cNvSpPr/>
      </dsp:nvSpPr>
      <dsp:spPr>
        <a:xfrm>
          <a:off x="230796" y="175248"/>
          <a:ext cx="419630" cy="4196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EED28A-2236-4096-AAC9-88D7B1621D39}">
      <dsp:nvSpPr>
        <dsp:cNvPr id="0" name=""/>
        <dsp:cNvSpPr/>
      </dsp:nvSpPr>
      <dsp:spPr>
        <a:xfrm>
          <a:off x="881223" y="358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RAD model is Rapid Application Development model.</a:t>
          </a:r>
          <a:r>
            <a:rPr lang="en-US" sz="1900" b="1" kern="1200"/>
            <a:t> </a:t>
          </a:r>
          <a:endParaRPr lang="en-US" sz="1900" kern="1200"/>
        </a:p>
      </dsp:txBody>
      <dsp:txXfrm>
        <a:off x="881223" y="3581"/>
        <a:ext cx="9625232" cy="762963"/>
      </dsp:txXfrm>
    </dsp:sp>
    <dsp:sp modelId="{B8E25B87-79D0-48A4-87E0-94F82709FE44}">
      <dsp:nvSpPr>
        <dsp:cNvPr id="0" name=""/>
        <dsp:cNvSpPr/>
      </dsp:nvSpPr>
      <dsp:spPr>
        <a:xfrm>
          <a:off x="0" y="957286"/>
          <a:ext cx="10506456" cy="7629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2A4420-B4FC-4726-A53A-93B7C6F16C5B}">
      <dsp:nvSpPr>
        <dsp:cNvPr id="0" name=""/>
        <dsp:cNvSpPr/>
      </dsp:nvSpPr>
      <dsp:spPr>
        <a:xfrm>
          <a:off x="230796" y="1128953"/>
          <a:ext cx="419630" cy="4196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DFFBEA-48CD-48A9-854D-7993FB32139C}">
      <dsp:nvSpPr>
        <dsp:cNvPr id="0" name=""/>
        <dsp:cNvSpPr/>
      </dsp:nvSpPr>
      <dsp:spPr>
        <a:xfrm>
          <a:off x="881223" y="957286"/>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It is a type of </a:t>
          </a:r>
          <a:r>
            <a:rPr lang="en-US" sz="1900" kern="1200">
              <a:hlinkClick xmlns:r="http://schemas.openxmlformats.org/officeDocument/2006/relationships" r:id="rId5"/>
            </a:rPr>
            <a:t>incremental model</a:t>
          </a:r>
          <a:r>
            <a:rPr lang="en-US" sz="1900" kern="1200"/>
            <a:t>. </a:t>
          </a:r>
        </a:p>
      </dsp:txBody>
      <dsp:txXfrm>
        <a:off x="881223" y="957286"/>
        <a:ext cx="9625232" cy="762963"/>
      </dsp:txXfrm>
    </dsp:sp>
    <dsp:sp modelId="{FEB2F63D-1453-45BD-967D-82FBAED1FEBD}">
      <dsp:nvSpPr>
        <dsp:cNvPr id="0" name=""/>
        <dsp:cNvSpPr/>
      </dsp:nvSpPr>
      <dsp:spPr>
        <a:xfrm>
          <a:off x="0" y="1910991"/>
          <a:ext cx="10506456" cy="76296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13646A-6F1E-4B21-9175-111A4F89D822}">
      <dsp:nvSpPr>
        <dsp:cNvPr id="0" name=""/>
        <dsp:cNvSpPr/>
      </dsp:nvSpPr>
      <dsp:spPr>
        <a:xfrm>
          <a:off x="230796" y="2082657"/>
          <a:ext cx="419630" cy="419630"/>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9BFCDB-31F4-4616-96E1-30FFE71DFC80}">
      <dsp:nvSpPr>
        <dsp:cNvPr id="0" name=""/>
        <dsp:cNvSpPr/>
      </dsp:nvSpPr>
      <dsp:spPr>
        <a:xfrm>
          <a:off x="881223" y="191099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In RAD model the components or functions are developed in parallel as if they were mini projects. </a:t>
          </a:r>
        </a:p>
      </dsp:txBody>
      <dsp:txXfrm>
        <a:off x="881223" y="1910991"/>
        <a:ext cx="9625232" cy="762963"/>
      </dsp:txXfrm>
    </dsp:sp>
    <dsp:sp modelId="{50445021-D8D2-46FE-A506-B76D9415BFD0}">
      <dsp:nvSpPr>
        <dsp:cNvPr id="0" name=""/>
        <dsp:cNvSpPr/>
      </dsp:nvSpPr>
      <dsp:spPr>
        <a:xfrm>
          <a:off x="0" y="2864695"/>
          <a:ext cx="10506456" cy="76296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37AEA9-1903-4D5F-89C3-8AD3FA290CFE}">
      <dsp:nvSpPr>
        <dsp:cNvPr id="0" name=""/>
        <dsp:cNvSpPr/>
      </dsp:nvSpPr>
      <dsp:spPr>
        <a:xfrm>
          <a:off x="230796" y="3036362"/>
          <a:ext cx="419630" cy="419630"/>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AC1B5A-D2A4-42EE-A172-FE665A8769CF}">
      <dsp:nvSpPr>
        <dsp:cNvPr id="0" name=""/>
        <dsp:cNvSpPr/>
      </dsp:nvSpPr>
      <dsp:spPr>
        <a:xfrm>
          <a:off x="881223" y="2864695"/>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The developments are time boxed, delivered and then assembled into a working prototype. </a:t>
          </a:r>
        </a:p>
      </dsp:txBody>
      <dsp:txXfrm>
        <a:off x="881223" y="2864695"/>
        <a:ext cx="9625232" cy="762963"/>
      </dsp:txXfrm>
    </dsp:sp>
    <dsp:sp modelId="{CBE1848C-04CF-4DE8-88AA-C4B6EEC6F1EF}">
      <dsp:nvSpPr>
        <dsp:cNvPr id="0" name=""/>
        <dsp:cNvSpPr/>
      </dsp:nvSpPr>
      <dsp:spPr>
        <a:xfrm>
          <a:off x="0" y="3818400"/>
          <a:ext cx="10506456" cy="76296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9EE69F-2CAF-4532-A63B-9F47F7BEF610}">
      <dsp:nvSpPr>
        <dsp:cNvPr id="0" name=""/>
        <dsp:cNvSpPr/>
      </dsp:nvSpPr>
      <dsp:spPr>
        <a:xfrm>
          <a:off x="230796" y="3990067"/>
          <a:ext cx="419630" cy="419630"/>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C3B69E-95D8-4BCB-883C-E1C3020B90DD}">
      <dsp:nvSpPr>
        <dsp:cNvPr id="0" name=""/>
        <dsp:cNvSpPr/>
      </dsp:nvSpPr>
      <dsp:spPr>
        <a:xfrm>
          <a:off x="881223" y="3818400"/>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This can quickly give the customer something to see and use and to provide feedback regarding the delivery and their requirements.</a:t>
          </a:r>
        </a:p>
      </dsp:txBody>
      <dsp:txXfrm>
        <a:off x="881223" y="3818400"/>
        <a:ext cx="9625232" cy="76296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6E6A27-E858-4165-BAE9-8F601D821034}">
      <dsp:nvSpPr>
        <dsp:cNvPr id="0" name=""/>
        <dsp:cNvSpPr/>
      </dsp:nvSpPr>
      <dsp:spPr>
        <a:xfrm>
          <a:off x="0" y="3399"/>
          <a:ext cx="10515600" cy="72408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A54BB9-22A3-4DCF-AD67-76249CB20A29}">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E65755-B56E-4AE7-90E3-2E5055DDC414}">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Agile development model is also a type of </a:t>
          </a:r>
          <a:r>
            <a:rPr lang="en-US" sz="1900" kern="1200">
              <a:hlinkClick xmlns:r="http://schemas.openxmlformats.org/officeDocument/2006/relationships" r:id="rId3"/>
            </a:rPr>
            <a:t>Incremental model</a:t>
          </a:r>
          <a:r>
            <a:rPr lang="en-US" sz="1900" kern="1200"/>
            <a:t>.</a:t>
          </a:r>
        </a:p>
      </dsp:txBody>
      <dsp:txXfrm>
        <a:off x="836323" y="3399"/>
        <a:ext cx="9679276" cy="724089"/>
      </dsp:txXfrm>
    </dsp:sp>
    <dsp:sp modelId="{42F476AA-E3B8-447A-A792-4FFEC8EF5604}">
      <dsp:nvSpPr>
        <dsp:cNvPr id="0" name=""/>
        <dsp:cNvSpPr/>
      </dsp:nvSpPr>
      <dsp:spPr>
        <a:xfrm>
          <a:off x="0" y="908511"/>
          <a:ext cx="10515600" cy="724089"/>
        </a:xfrm>
        <a:prstGeom prst="roundRect">
          <a:avLst>
            <a:gd name="adj" fmla="val 10000"/>
          </a:avLst>
        </a:prstGeom>
        <a:solidFill>
          <a:schemeClr val="accent5">
            <a:hueOff val="-1689636"/>
            <a:satOff val="-4355"/>
            <a:lumOff val="-2941"/>
            <a:alphaOff val="0"/>
          </a:schemeClr>
        </a:solidFill>
        <a:ln>
          <a:noFill/>
        </a:ln>
        <a:effectLst/>
      </dsp:spPr>
      <dsp:style>
        <a:lnRef idx="0">
          <a:scrgbClr r="0" g="0" b="0"/>
        </a:lnRef>
        <a:fillRef idx="1">
          <a:scrgbClr r="0" g="0" b="0"/>
        </a:fillRef>
        <a:effectRef idx="0">
          <a:scrgbClr r="0" g="0" b="0"/>
        </a:effectRef>
        <a:fontRef idx="minor"/>
      </dsp:style>
    </dsp:sp>
    <dsp:sp modelId="{6693F7FE-A6DF-4FD1-B160-0D7DEE5BC7F1}">
      <dsp:nvSpPr>
        <dsp:cNvPr id="0" name=""/>
        <dsp:cNvSpPr/>
      </dsp:nvSpPr>
      <dsp:spPr>
        <a:xfrm>
          <a:off x="219037" y="1071431"/>
          <a:ext cx="398249" cy="398249"/>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958490-850D-41BF-A1FF-6957408A89C8}">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Software is developed in incremental, rapid cycles.</a:t>
          </a:r>
        </a:p>
      </dsp:txBody>
      <dsp:txXfrm>
        <a:off x="836323" y="908511"/>
        <a:ext cx="9679276" cy="724089"/>
      </dsp:txXfrm>
    </dsp:sp>
    <dsp:sp modelId="{9A02D587-752C-4AA5-AD8E-0ED0A2591992}">
      <dsp:nvSpPr>
        <dsp:cNvPr id="0" name=""/>
        <dsp:cNvSpPr/>
      </dsp:nvSpPr>
      <dsp:spPr>
        <a:xfrm>
          <a:off x="0" y="1813624"/>
          <a:ext cx="10515600" cy="724089"/>
        </a:xfrm>
        <a:prstGeom prst="roundRect">
          <a:avLst>
            <a:gd name="adj" fmla="val 10000"/>
          </a:avLst>
        </a:prstGeom>
        <a:solidFill>
          <a:schemeClr val="accent5">
            <a:hueOff val="-3379271"/>
            <a:satOff val="-8710"/>
            <a:lumOff val="-5883"/>
            <a:alphaOff val="0"/>
          </a:schemeClr>
        </a:solidFill>
        <a:ln>
          <a:noFill/>
        </a:ln>
        <a:effectLst/>
      </dsp:spPr>
      <dsp:style>
        <a:lnRef idx="0">
          <a:scrgbClr r="0" g="0" b="0"/>
        </a:lnRef>
        <a:fillRef idx="1">
          <a:scrgbClr r="0" g="0" b="0"/>
        </a:fillRef>
        <a:effectRef idx="0">
          <a:scrgbClr r="0" g="0" b="0"/>
        </a:effectRef>
        <a:fontRef idx="minor"/>
      </dsp:style>
    </dsp:sp>
    <dsp:sp modelId="{8A7799B2-F555-4811-B11F-BF19495E8159}">
      <dsp:nvSpPr>
        <dsp:cNvPr id="0" name=""/>
        <dsp:cNvSpPr/>
      </dsp:nvSpPr>
      <dsp:spPr>
        <a:xfrm>
          <a:off x="219037" y="1976544"/>
          <a:ext cx="398249" cy="398249"/>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A1E4F2-1633-487F-96F8-D6B775ACF60B}">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This results in small incremental releases with each release building on previous functionality.</a:t>
          </a:r>
        </a:p>
      </dsp:txBody>
      <dsp:txXfrm>
        <a:off x="836323" y="1813624"/>
        <a:ext cx="9679276" cy="724089"/>
      </dsp:txXfrm>
    </dsp:sp>
    <dsp:sp modelId="{6787CAC6-9122-4EB4-9C7E-4AF15CD10692}">
      <dsp:nvSpPr>
        <dsp:cNvPr id="0" name=""/>
        <dsp:cNvSpPr/>
      </dsp:nvSpPr>
      <dsp:spPr>
        <a:xfrm>
          <a:off x="0" y="2718736"/>
          <a:ext cx="10515600" cy="724089"/>
        </a:xfrm>
        <a:prstGeom prst="roundRect">
          <a:avLst>
            <a:gd name="adj" fmla="val 10000"/>
          </a:avLst>
        </a:prstGeom>
        <a:solidFill>
          <a:schemeClr val="accent5">
            <a:hueOff val="-5068907"/>
            <a:satOff val="-13064"/>
            <a:lumOff val="-8824"/>
            <a:alphaOff val="0"/>
          </a:schemeClr>
        </a:solidFill>
        <a:ln>
          <a:noFill/>
        </a:ln>
        <a:effectLst/>
      </dsp:spPr>
      <dsp:style>
        <a:lnRef idx="0">
          <a:scrgbClr r="0" g="0" b="0"/>
        </a:lnRef>
        <a:fillRef idx="1">
          <a:scrgbClr r="0" g="0" b="0"/>
        </a:fillRef>
        <a:effectRef idx="0">
          <a:scrgbClr r="0" g="0" b="0"/>
        </a:effectRef>
        <a:fontRef idx="minor"/>
      </dsp:style>
    </dsp:sp>
    <dsp:sp modelId="{60162DD8-93E2-40EB-BE03-6CE59CCB5C63}">
      <dsp:nvSpPr>
        <dsp:cNvPr id="0" name=""/>
        <dsp:cNvSpPr/>
      </dsp:nvSpPr>
      <dsp:spPr>
        <a:xfrm>
          <a:off x="219037" y="2881656"/>
          <a:ext cx="398249" cy="398249"/>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7DE882-2DCB-4141-A28B-A0E599F62E72}">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Each release is thoroughly </a:t>
          </a:r>
          <a:r>
            <a:rPr lang="en-US" sz="1900" kern="1200">
              <a:hlinkClick xmlns:r="http://schemas.openxmlformats.org/officeDocument/2006/relationships" r:id="rId10"/>
            </a:rPr>
            <a:t>tested</a:t>
          </a:r>
          <a:r>
            <a:rPr lang="en-US" sz="1900" kern="1200"/>
            <a:t> to ensure </a:t>
          </a:r>
          <a:r>
            <a:rPr lang="en-US" sz="1900" kern="1200">
              <a:hlinkClick xmlns:r="http://schemas.openxmlformats.org/officeDocument/2006/relationships" r:id="rId11"/>
            </a:rPr>
            <a:t>software quality</a:t>
          </a:r>
          <a:r>
            <a:rPr lang="en-US" sz="1900" kern="1200"/>
            <a:t> is maintained.</a:t>
          </a:r>
        </a:p>
      </dsp:txBody>
      <dsp:txXfrm>
        <a:off x="836323" y="2718736"/>
        <a:ext cx="9679276" cy="724089"/>
      </dsp:txXfrm>
    </dsp:sp>
    <dsp:sp modelId="{0A622C5D-548B-4DC4-BF8D-F866DAF3E353}">
      <dsp:nvSpPr>
        <dsp:cNvPr id="0" name=""/>
        <dsp:cNvSpPr/>
      </dsp:nvSpPr>
      <dsp:spPr>
        <a:xfrm>
          <a:off x="0" y="3623848"/>
          <a:ext cx="10515600" cy="724089"/>
        </a:xfrm>
        <a:prstGeom prst="roundRect">
          <a:avLst>
            <a:gd name="adj" fmla="val 10000"/>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dsp:style>
    </dsp:sp>
    <dsp:sp modelId="{08B8F292-9222-4DA8-84A7-34A94AC905BA}">
      <dsp:nvSpPr>
        <dsp:cNvPr id="0" name=""/>
        <dsp:cNvSpPr/>
      </dsp:nvSpPr>
      <dsp:spPr>
        <a:xfrm>
          <a:off x="219037" y="3786768"/>
          <a:ext cx="398249" cy="398249"/>
        </a:xfrm>
        <a:prstGeom prst="rect">
          <a:avLst/>
        </a:prstGeom>
        <a:blipFill>
          <a:blip xmlns:r="http://schemas.openxmlformats.org/officeDocument/2006/relationships"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D371E0-2D62-4B1E-93DF-E6247BBF412A}">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It is used for time critical applications.  Extreme Programming (XP) is currently one of the most well known agile </a:t>
          </a:r>
          <a:r>
            <a:rPr lang="en-US" sz="1900" kern="1200">
              <a:hlinkClick xmlns:r="http://schemas.openxmlformats.org/officeDocument/2006/relationships" r:id="rId14"/>
            </a:rPr>
            <a:t>development life cycle model</a:t>
          </a:r>
          <a:r>
            <a:rPr lang="en-US" sz="1900" kern="1200"/>
            <a:t>.</a:t>
          </a:r>
        </a:p>
      </dsp:txBody>
      <dsp:txXfrm>
        <a:off x="836323" y="3623848"/>
        <a:ext cx="9679276" cy="7240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FB82E2-C3EE-464A-88EE-2D4FECEB1370}">
      <dsp:nvSpPr>
        <dsp:cNvPr id="0" name=""/>
        <dsp:cNvSpPr/>
      </dsp:nvSpPr>
      <dsp:spPr>
        <a:xfrm>
          <a:off x="0" y="701"/>
          <a:ext cx="8229600" cy="164107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62BD07-6592-47D4-B6AC-A4926027E4AE}">
      <dsp:nvSpPr>
        <dsp:cNvPr id="0" name=""/>
        <dsp:cNvSpPr/>
      </dsp:nvSpPr>
      <dsp:spPr>
        <a:xfrm>
          <a:off x="496425" y="369943"/>
          <a:ext cx="902590" cy="9025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A3EA1A-8EA6-4729-83DA-E06DC029D72F}">
      <dsp:nvSpPr>
        <dsp:cNvPr id="0" name=""/>
        <dsp:cNvSpPr/>
      </dsp:nvSpPr>
      <dsp:spPr>
        <a:xfrm>
          <a:off x="1895440" y="701"/>
          <a:ext cx="6334159" cy="1641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680" tIns="173680" rIns="173680" bIns="173680" numCol="1" spcCol="1270" anchor="ctr" anchorCtr="0">
          <a:noAutofit/>
        </a:bodyPr>
        <a:lstStyle/>
        <a:p>
          <a:pPr marL="0" lvl="0" indent="0" algn="l" defTabSz="933450">
            <a:lnSpc>
              <a:spcPct val="100000"/>
            </a:lnSpc>
            <a:spcBef>
              <a:spcPct val="0"/>
            </a:spcBef>
            <a:spcAft>
              <a:spcPct val="35000"/>
            </a:spcAft>
            <a:buNone/>
          </a:pPr>
          <a:r>
            <a:rPr lang="en-US" sz="2100" kern="1200"/>
            <a:t>An iterative life cycle model does not attempt to start with a full specification of requirements. </a:t>
          </a:r>
        </a:p>
      </dsp:txBody>
      <dsp:txXfrm>
        <a:off x="1895440" y="701"/>
        <a:ext cx="6334159" cy="1641074"/>
      </dsp:txXfrm>
    </dsp:sp>
    <dsp:sp modelId="{4C65386F-AAC8-4C37-B635-BC3FAC6F7F60}">
      <dsp:nvSpPr>
        <dsp:cNvPr id="0" name=""/>
        <dsp:cNvSpPr/>
      </dsp:nvSpPr>
      <dsp:spPr>
        <a:xfrm>
          <a:off x="0" y="2052044"/>
          <a:ext cx="8229600" cy="164107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EEFA00-A7E2-49BB-8746-34E840CA98C9}">
      <dsp:nvSpPr>
        <dsp:cNvPr id="0" name=""/>
        <dsp:cNvSpPr/>
      </dsp:nvSpPr>
      <dsp:spPr>
        <a:xfrm>
          <a:off x="496425" y="2421286"/>
          <a:ext cx="902590" cy="9025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678A92-893D-4686-81B2-68EEE4F33479}">
      <dsp:nvSpPr>
        <dsp:cNvPr id="0" name=""/>
        <dsp:cNvSpPr/>
      </dsp:nvSpPr>
      <dsp:spPr>
        <a:xfrm>
          <a:off x="1895440" y="2052044"/>
          <a:ext cx="6334159" cy="1641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680" tIns="173680" rIns="173680" bIns="173680" numCol="1" spcCol="1270" anchor="ctr" anchorCtr="0">
          <a:noAutofit/>
        </a:bodyPr>
        <a:lstStyle/>
        <a:p>
          <a:pPr marL="0" lvl="0" indent="0" algn="l" defTabSz="933450">
            <a:lnSpc>
              <a:spcPct val="100000"/>
            </a:lnSpc>
            <a:spcBef>
              <a:spcPct val="0"/>
            </a:spcBef>
            <a:spcAft>
              <a:spcPct val="35000"/>
            </a:spcAft>
            <a:buNone/>
          </a:pPr>
          <a:r>
            <a:rPr lang="en-US" sz="2100" kern="1200"/>
            <a:t>Instead, development begins by specifying and implementing just part of the software, which can then be reviewed in order to identify further requirements.</a:t>
          </a:r>
        </a:p>
      </dsp:txBody>
      <dsp:txXfrm>
        <a:off x="1895440" y="2052044"/>
        <a:ext cx="6334159" cy="1641074"/>
      </dsp:txXfrm>
    </dsp:sp>
    <dsp:sp modelId="{DBF191B0-73DF-4E51-BADD-3E28020C2DCF}">
      <dsp:nvSpPr>
        <dsp:cNvPr id="0" name=""/>
        <dsp:cNvSpPr/>
      </dsp:nvSpPr>
      <dsp:spPr>
        <a:xfrm>
          <a:off x="0" y="4103387"/>
          <a:ext cx="8229600" cy="164107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171459-9A32-4EC4-A736-B9E3E46E291A}">
      <dsp:nvSpPr>
        <dsp:cNvPr id="0" name=""/>
        <dsp:cNvSpPr/>
      </dsp:nvSpPr>
      <dsp:spPr>
        <a:xfrm>
          <a:off x="496425" y="4472629"/>
          <a:ext cx="902590" cy="9025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710C61-78F0-4811-9530-EE328341A287}">
      <dsp:nvSpPr>
        <dsp:cNvPr id="0" name=""/>
        <dsp:cNvSpPr/>
      </dsp:nvSpPr>
      <dsp:spPr>
        <a:xfrm>
          <a:off x="1895440" y="4103387"/>
          <a:ext cx="6334159" cy="1641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680" tIns="173680" rIns="173680" bIns="173680" numCol="1" spcCol="1270" anchor="ctr" anchorCtr="0">
          <a:noAutofit/>
        </a:bodyPr>
        <a:lstStyle/>
        <a:p>
          <a:pPr marL="0" lvl="0" indent="0" algn="l" defTabSz="933450">
            <a:lnSpc>
              <a:spcPct val="100000"/>
            </a:lnSpc>
            <a:spcBef>
              <a:spcPct val="0"/>
            </a:spcBef>
            <a:spcAft>
              <a:spcPct val="35000"/>
            </a:spcAft>
            <a:buNone/>
          </a:pPr>
          <a:r>
            <a:rPr lang="en-US" sz="2100" kern="1200"/>
            <a:t>This process is then repeated, producing a new version of the software for each cycle of the model.</a:t>
          </a:r>
        </a:p>
      </dsp:txBody>
      <dsp:txXfrm>
        <a:off x="1895440" y="4103387"/>
        <a:ext cx="6334159" cy="164107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735689-64CA-4B07-874E-DC6095522F5F}">
      <dsp:nvSpPr>
        <dsp:cNvPr id="0" name=""/>
        <dsp:cNvSpPr/>
      </dsp:nvSpPr>
      <dsp:spPr>
        <a:xfrm>
          <a:off x="0" y="330308"/>
          <a:ext cx="105156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 iterative model we can only create a high-level design of the application before we actually begin to build the product and define the design solution for the entire product.</a:t>
          </a:r>
        </a:p>
      </dsp:txBody>
      <dsp:txXfrm>
        <a:off x="42722" y="373030"/>
        <a:ext cx="10430156" cy="789716"/>
      </dsp:txXfrm>
    </dsp:sp>
    <dsp:sp modelId="{4DB68EA9-259C-404B-A71D-4282A6FB0DB3}">
      <dsp:nvSpPr>
        <dsp:cNvPr id="0" name=""/>
        <dsp:cNvSpPr/>
      </dsp:nvSpPr>
      <dsp:spPr>
        <a:xfrm>
          <a:off x="0" y="1268829"/>
          <a:ext cx="105156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Later on we can design and built a skeleton version of that, and then evolved the design based on what had been built. </a:t>
          </a:r>
        </a:p>
      </dsp:txBody>
      <dsp:txXfrm>
        <a:off x="42722" y="1311551"/>
        <a:ext cx="10430156" cy="789716"/>
      </dsp:txXfrm>
    </dsp:sp>
    <dsp:sp modelId="{171BF7D7-3C51-4303-9A5E-AB6E66572C33}">
      <dsp:nvSpPr>
        <dsp:cNvPr id="0" name=""/>
        <dsp:cNvSpPr/>
      </dsp:nvSpPr>
      <dsp:spPr>
        <a:xfrm>
          <a:off x="0" y="2207349"/>
          <a:ext cx="105156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 iterative model we are building and improving the product step by step. </a:t>
          </a:r>
        </a:p>
      </dsp:txBody>
      <dsp:txXfrm>
        <a:off x="42722" y="2250071"/>
        <a:ext cx="10430156" cy="789716"/>
      </dsp:txXfrm>
    </dsp:sp>
    <dsp:sp modelId="{A5D68596-51DF-4500-958E-7337405DEED2}">
      <dsp:nvSpPr>
        <dsp:cNvPr id="0" name=""/>
        <dsp:cNvSpPr/>
      </dsp:nvSpPr>
      <dsp:spPr>
        <a:xfrm>
          <a:off x="0" y="3145869"/>
          <a:ext cx="105156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Hence we can track the defects at early stages. This avoids the downward flow of the defects.</a:t>
          </a:r>
        </a:p>
      </dsp:txBody>
      <dsp:txXfrm>
        <a:off x="42722" y="3188591"/>
        <a:ext cx="10430156" cy="78971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C67C28-83B6-48CD-B491-36A6E2238358}">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E69804-B57E-43CC-BF23-14D6CE97EECF}">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655855-24D6-4246-BD2C-CB24830BFC2D}">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US" sz="2500" kern="1200"/>
            <a:t>Each phase of an iteration is rigid with no overlaps</a:t>
          </a:r>
        </a:p>
      </dsp:txBody>
      <dsp:txXfrm>
        <a:off x="1507738" y="707092"/>
        <a:ext cx="9007861" cy="1305401"/>
      </dsp:txXfrm>
    </dsp:sp>
    <dsp:sp modelId="{D35B6D25-7DD6-40C8-9724-87E58F1BD23F}">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BAA9A2-8B07-4313-B8C2-DD00DEF99B7C}">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EF605B-E1DC-4C7A-A2BC-FC5C72B47433}">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US" sz="2500" kern="1200"/>
            <a:t>Costly system architecture or design issues may arise because not all requirements are gathered up front for the entire lifecycle</a:t>
          </a:r>
        </a:p>
      </dsp:txBody>
      <dsp:txXfrm>
        <a:off x="1507738" y="2338844"/>
        <a:ext cx="9007861" cy="130540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CA2228-B07E-4429-A4D1-9092B2CBC07E}">
      <dsp:nvSpPr>
        <dsp:cNvPr id="0" name=""/>
        <dsp:cNvSpPr/>
      </dsp:nvSpPr>
      <dsp:spPr>
        <a:xfrm>
          <a:off x="0" y="682"/>
          <a:ext cx="6245265" cy="159656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14E638-28BB-4A7D-B917-5104D1CC6B98}">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E059E3-5265-44E3-A3E9-8D04D3FAD276}">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Requirements of the complete system are clearly defined and understood. </a:t>
          </a:r>
        </a:p>
      </dsp:txBody>
      <dsp:txXfrm>
        <a:off x="1844034" y="682"/>
        <a:ext cx="4401230" cy="1596566"/>
      </dsp:txXfrm>
    </dsp:sp>
    <dsp:sp modelId="{A3E30882-7F44-41E4-B76E-430953E91C6A}">
      <dsp:nvSpPr>
        <dsp:cNvPr id="0" name=""/>
        <dsp:cNvSpPr/>
      </dsp:nvSpPr>
      <dsp:spPr>
        <a:xfrm>
          <a:off x="0" y="1996390"/>
          <a:ext cx="6245265" cy="159656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894FBE-9220-4EB3-94F0-026380FAB367}">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BC3D5E-8C3D-4309-8E13-3AE03DC15CD5}">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When the project is big. </a:t>
          </a:r>
        </a:p>
      </dsp:txBody>
      <dsp:txXfrm>
        <a:off x="1844034" y="1996390"/>
        <a:ext cx="4401230" cy="1596566"/>
      </dsp:txXfrm>
    </dsp:sp>
    <dsp:sp modelId="{95AAD9FF-14B3-43C7-B725-50BEFF9C6B6F}">
      <dsp:nvSpPr>
        <dsp:cNvPr id="0" name=""/>
        <dsp:cNvSpPr/>
      </dsp:nvSpPr>
      <dsp:spPr>
        <a:xfrm>
          <a:off x="0" y="3992098"/>
          <a:ext cx="6245265" cy="159656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AD6641-9BC7-4372-A780-9CD47C5645D5}">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91FB54-37B9-4183-BFB2-94E43F53F6A4}">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Major requirements must be defined; however, some details can evolve with time.</a:t>
          </a:r>
        </a:p>
      </dsp:txBody>
      <dsp:txXfrm>
        <a:off x="1844034" y="3992098"/>
        <a:ext cx="4401230" cy="159656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FE02E2-F68E-4F08-9BAA-B5D1D63E1646}">
      <dsp:nvSpPr>
        <dsp:cNvPr id="0" name=""/>
        <dsp:cNvSpPr/>
      </dsp:nvSpPr>
      <dsp:spPr>
        <a:xfrm>
          <a:off x="0" y="1805"/>
          <a:ext cx="10515600" cy="91531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E6A00F-422D-4D85-9801-331DCDC66276}">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FB5C41-7C95-4982-83C2-E6380F7A3597}">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The spiral model is similar to the </a:t>
          </a:r>
          <a:r>
            <a:rPr lang="en-US" sz="2200" kern="1200">
              <a:hlinkClick xmlns:r="http://schemas.openxmlformats.org/officeDocument/2006/relationships" r:id="rId3"/>
            </a:rPr>
            <a:t>incremental model</a:t>
          </a:r>
          <a:r>
            <a:rPr lang="en-US" sz="2200" kern="1200"/>
            <a:t>, with more emphasis placed on risk analysis. </a:t>
          </a:r>
        </a:p>
      </dsp:txBody>
      <dsp:txXfrm>
        <a:off x="1057183" y="1805"/>
        <a:ext cx="9458416" cy="915310"/>
      </dsp:txXfrm>
    </dsp:sp>
    <dsp:sp modelId="{D6BC6EAE-23EA-4CEE-8BAA-87F00FD2071B}">
      <dsp:nvSpPr>
        <dsp:cNvPr id="0" name=""/>
        <dsp:cNvSpPr/>
      </dsp:nvSpPr>
      <dsp:spPr>
        <a:xfrm>
          <a:off x="0" y="1145944"/>
          <a:ext cx="10515600" cy="9153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A719B1-CFED-4F56-8A6D-A29D3B7DF0BD}">
      <dsp:nvSpPr>
        <dsp:cNvPr id="0" name=""/>
        <dsp:cNvSpPr/>
      </dsp:nvSpPr>
      <dsp:spPr>
        <a:xfrm>
          <a:off x="276881" y="1351889"/>
          <a:ext cx="503420" cy="503420"/>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BA06CE-4E2C-4745-8D1F-429217912FDE}">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The spiral model has four phases: Planning, Risk Analysis, Engineering and Evaluation. </a:t>
          </a:r>
        </a:p>
      </dsp:txBody>
      <dsp:txXfrm>
        <a:off x="1057183" y="1145944"/>
        <a:ext cx="9458416" cy="915310"/>
      </dsp:txXfrm>
    </dsp:sp>
    <dsp:sp modelId="{C7DB4754-402C-4132-B875-4FB599CDAB93}">
      <dsp:nvSpPr>
        <dsp:cNvPr id="0" name=""/>
        <dsp:cNvSpPr/>
      </dsp:nvSpPr>
      <dsp:spPr>
        <a:xfrm>
          <a:off x="0" y="2290082"/>
          <a:ext cx="10515600" cy="91531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DF5DA5-FDDD-4970-B07F-ACA99755834D}">
      <dsp:nvSpPr>
        <dsp:cNvPr id="0" name=""/>
        <dsp:cNvSpPr/>
      </dsp:nvSpPr>
      <dsp:spPr>
        <a:xfrm>
          <a:off x="276881" y="2496027"/>
          <a:ext cx="503420" cy="503420"/>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BECCE3-DAC7-4C6D-B8EF-34B99F9FE1DC}">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A software project repeatedly passes through these phases in iterations (called Spirals in this model). </a:t>
          </a:r>
        </a:p>
      </dsp:txBody>
      <dsp:txXfrm>
        <a:off x="1057183" y="2290082"/>
        <a:ext cx="9458416" cy="915310"/>
      </dsp:txXfrm>
    </dsp:sp>
    <dsp:sp modelId="{E5F35444-E011-4972-A83D-69A18F2E07CD}">
      <dsp:nvSpPr>
        <dsp:cNvPr id="0" name=""/>
        <dsp:cNvSpPr/>
      </dsp:nvSpPr>
      <dsp:spPr>
        <a:xfrm>
          <a:off x="0" y="3434221"/>
          <a:ext cx="10515600" cy="91531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D0D005-56CF-4EE9-AE5A-4B548A14101D}">
      <dsp:nvSpPr>
        <dsp:cNvPr id="0" name=""/>
        <dsp:cNvSpPr/>
      </dsp:nvSpPr>
      <dsp:spPr>
        <a:xfrm>
          <a:off x="276881" y="3640166"/>
          <a:ext cx="503420" cy="503420"/>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98B08F-7944-4B20-B120-F35E31456818}">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The baseline spiral, starting in the planning phase, requirements are gathered and risk is assessed.</a:t>
          </a:r>
        </a:p>
      </dsp:txBody>
      <dsp:txXfrm>
        <a:off x="1057183" y="3434221"/>
        <a:ext cx="9458416" cy="91531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BE19DB-152F-4481-A474-1C65DFC37F97}">
      <dsp:nvSpPr>
        <dsp:cNvPr id="0" name=""/>
        <dsp:cNvSpPr/>
      </dsp:nvSpPr>
      <dsp:spPr>
        <a:xfrm>
          <a:off x="0" y="719"/>
          <a:ext cx="8229600" cy="1684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79908A-046B-404D-B888-6A8210D6F195}">
      <dsp:nvSpPr>
        <dsp:cNvPr id="0" name=""/>
        <dsp:cNvSpPr/>
      </dsp:nvSpPr>
      <dsp:spPr>
        <a:xfrm>
          <a:off x="509593" y="379756"/>
          <a:ext cx="926533" cy="9265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8B35D3-3D65-4F12-965C-0028F246EFE6}">
      <dsp:nvSpPr>
        <dsp:cNvPr id="0" name=""/>
        <dsp:cNvSpPr/>
      </dsp:nvSpPr>
      <dsp:spPr>
        <a:xfrm>
          <a:off x="1945720" y="719"/>
          <a:ext cx="6283879" cy="1684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288" tIns="178288" rIns="178288" bIns="178288" numCol="1" spcCol="1270" anchor="ctr" anchorCtr="0">
          <a:noAutofit/>
        </a:bodyPr>
        <a:lstStyle/>
        <a:p>
          <a:pPr marL="0" lvl="0" indent="0" algn="l" defTabSz="933450">
            <a:lnSpc>
              <a:spcPct val="100000"/>
            </a:lnSpc>
            <a:spcBef>
              <a:spcPct val="0"/>
            </a:spcBef>
            <a:spcAft>
              <a:spcPct val="35000"/>
            </a:spcAft>
            <a:buNone/>
          </a:pPr>
          <a:r>
            <a:rPr lang="en-US" sz="2100" kern="1200"/>
            <a:t>The basic idea here is that instead of freezing the requirements before a design or coding can proceed, a throwaway prototype is built to understand the requirements. </a:t>
          </a:r>
        </a:p>
      </dsp:txBody>
      <dsp:txXfrm>
        <a:off x="1945720" y="719"/>
        <a:ext cx="6283879" cy="1684606"/>
      </dsp:txXfrm>
    </dsp:sp>
    <dsp:sp modelId="{609FD546-A3B8-4D79-A54B-351BEBD2D986}">
      <dsp:nvSpPr>
        <dsp:cNvPr id="0" name=""/>
        <dsp:cNvSpPr/>
      </dsp:nvSpPr>
      <dsp:spPr>
        <a:xfrm>
          <a:off x="0" y="2106478"/>
          <a:ext cx="8229600" cy="1684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EFD914-4990-4EF5-AE12-D42485DF527D}">
      <dsp:nvSpPr>
        <dsp:cNvPr id="0" name=""/>
        <dsp:cNvSpPr/>
      </dsp:nvSpPr>
      <dsp:spPr>
        <a:xfrm>
          <a:off x="509593" y="2485514"/>
          <a:ext cx="926533" cy="9265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79B68F-6F55-4792-BF79-8689008340B7}">
      <dsp:nvSpPr>
        <dsp:cNvPr id="0" name=""/>
        <dsp:cNvSpPr/>
      </dsp:nvSpPr>
      <dsp:spPr>
        <a:xfrm>
          <a:off x="1945720" y="2106478"/>
          <a:ext cx="6283879" cy="1684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288" tIns="178288" rIns="178288" bIns="178288" numCol="1" spcCol="1270" anchor="ctr" anchorCtr="0">
          <a:noAutofit/>
        </a:bodyPr>
        <a:lstStyle/>
        <a:p>
          <a:pPr marL="0" lvl="0" indent="0" algn="l" defTabSz="933450">
            <a:lnSpc>
              <a:spcPct val="100000"/>
            </a:lnSpc>
            <a:spcBef>
              <a:spcPct val="0"/>
            </a:spcBef>
            <a:spcAft>
              <a:spcPct val="35000"/>
            </a:spcAft>
            <a:buNone/>
          </a:pPr>
          <a:r>
            <a:rPr lang="en-US" sz="2100" kern="1200"/>
            <a:t>This prototype is developed based on the currently known requirements. </a:t>
          </a:r>
        </a:p>
      </dsp:txBody>
      <dsp:txXfrm>
        <a:off x="1945720" y="2106478"/>
        <a:ext cx="6283879" cy="1684606"/>
      </dsp:txXfrm>
    </dsp:sp>
    <dsp:sp modelId="{9707732F-2CB3-456F-980B-028A32DFADED}">
      <dsp:nvSpPr>
        <dsp:cNvPr id="0" name=""/>
        <dsp:cNvSpPr/>
      </dsp:nvSpPr>
      <dsp:spPr>
        <a:xfrm>
          <a:off x="0" y="4212236"/>
          <a:ext cx="8229600" cy="1684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5175C1-9BE7-4416-B39B-BA9F27DABDE0}">
      <dsp:nvSpPr>
        <dsp:cNvPr id="0" name=""/>
        <dsp:cNvSpPr/>
      </dsp:nvSpPr>
      <dsp:spPr>
        <a:xfrm>
          <a:off x="509593" y="4591272"/>
          <a:ext cx="926533" cy="9265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E067C0-3CB1-472E-8733-C8B7C27AAA41}">
      <dsp:nvSpPr>
        <dsp:cNvPr id="0" name=""/>
        <dsp:cNvSpPr/>
      </dsp:nvSpPr>
      <dsp:spPr>
        <a:xfrm>
          <a:off x="1945720" y="4212236"/>
          <a:ext cx="6283879" cy="1684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288" tIns="178288" rIns="178288" bIns="178288" numCol="1" spcCol="1270" anchor="ctr" anchorCtr="0">
          <a:noAutofit/>
        </a:bodyPr>
        <a:lstStyle/>
        <a:p>
          <a:pPr marL="0" lvl="0" indent="0" algn="l" defTabSz="933450">
            <a:lnSpc>
              <a:spcPct val="100000"/>
            </a:lnSpc>
            <a:spcBef>
              <a:spcPct val="0"/>
            </a:spcBef>
            <a:spcAft>
              <a:spcPct val="35000"/>
            </a:spcAft>
            <a:buNone/>
          </a:pPr>
          <a:r>
            <a:rPr lang="en-US" sz="2100" kern="1200"/>
            <a:t>By using this prototype, the client can get an “actual feel” of the system, since the interactions with prototype can enable the client to better understand the requirements of the desired system.  </a:t>
          </a:r>
        </a:p>
      </dsp:txBody>
      <dsp:txXfrm>
        <a:off x="1945720" y="4212236"/>
        <a:ext cx="6283879" cy="168460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C52A5-AD80-17A9-B27B-63C1251EF2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619461-429A-21CA-BA59-C80604970F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084534-5B7D-A353-0663-A6BD18E30488}"/>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5" name="Footer Placeholder 4">
            <a:extLst>
              <a:ext uri="{FF2B5EF4-FFF2-40B4-BE49-F238E27FC236}">
                <a16:creationId xmlns:a16="http://schemas.microsoft.com/office/drawing/2014/main" id="{8DAB7DC6-BD92-1D57-F14A-FDAA029171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E76071-B947-A4EB-667B-152436050B15}"/>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2120890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D3EA4-4485-90CC-09BF-BE08D54CAE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1C8F5F-22B4-8A17-DA0A-005E2C26BC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CD8297-1E4D-5E10-4FD3-4D10BE28D349}"/>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5" name="Footer Placeholder 4">
            <a:extLst>
              <a:ext uri="{FF2B5EF4-FFF2-40B4-BE49-F238E27FC236}">
                <a16:creationId xmlns:a16="http://schemas.microsoft.com/office/drawing/2014/main" id="{96780D33-90C5-A59D-987D-CC60683A06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A7A561-ACC9-BA9D-BF80-8C16459CDCA5}"/>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4009676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C47A4-EE05-82A2-3D02-1B4BA9E095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835795-D35F-6D3C-3A54-2A636F5942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E844D0-148D-B296-53E8-5C0767725358}"/>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5" name="Footer Placeholder 4">
            <a:extLst>
              <a:ext uri="{FF2B5EF4-FFF2-40B4-BE49-F238E27FC236}">
                <a16:creationId xmlns:a16="http://schemas.microsoft.com/office/drawing/2014/main" id="{EA2F0F3C-E5F6-B7DD-D3AB-40DCFDC2A3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650D88-6B23-1FFD-025E-E63615CE3454}"/>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655329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BA7F4-45EC-1CFA-76BB-E85C6ECD7D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1C8580-72AF-38CF-8E24-4BDEC21B37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EE2DD6-54EE-1884-C450-451B26213D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281FE9-EDE2-0B93-D4A8-4873728BD816}"/>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6" name="Footer Placeholder 5">
            <a:extLst>
              <a:ext uri="{FF2B5EF4-FFF2-40B4-BE49-F238E27FC236}">
                <a16:creationId xmlns:a16="http://schemas.microsoft.com/office/drawing/2014/main" id="{A28381BC-03F8-791E-2C47-78BE31B24A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9E7546-36A1-D0B5-5A16-80B5C52019C2}"/>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2550585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F359F-13E2-A0C2-32F5-F5C88205BE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BE86DF-4B79-1FDA-8519-2CF3BB2A7A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69CB02-B3A9-6953-18E2-AF58A83DE5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DA84C1-4061-DBA0-99BB-10DFAB7B0C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97D9EA-C630-26D1-3F28-F6C643682F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036E17-A733-0D2A-EC79-1060DA34FBA8}"/>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8" name="Footer Placeholder 7">
            <a:extLst>
              <a:ext uri="{FF2B5EF4-FFF2-40B4-BE49-F238E27FC236}">
                <a16:creationId xmlns:a16="http://schemas.microsoft.com/office/drawing/2014/main" id="{B5D2614C-15C0-B589-EE2D-637DD06274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BE03CB-8E9F-CAD3-2B36-034D3A21DE44}"/>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714306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874A6-B311-3393-FECA-8CD00B3E01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2FCD80-7308-23F7-6858-2DBB0636631B}"/>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4" name="Footer Placeholder 3">
            <a:extLst>
              <a:ext uri="{FF2B5EF4-FFF2-40B4-BE49-F238E27FC236}">
                <a16:creationId xmlns:a16="http://schemas.microsoft.com/office/drawing/2014/main" id="{E065DC19-2A93-422F-FE7B-77F098469A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09EA5D-0D4A-0B3F-B6ED-9A8FE071FA51}"/>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2339660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4CCFF9-1100-11C0-2012-63D77C8FAAF3}"/>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3" name="Footer Placeholder 2">
            <a:extLst>
              <a:ext uri="{FF2B5EF4-FFF2-40B4-BE49-F238E27FC236}">
                <a16:creationId xmlns:a16="http://schemas.microsoft.com/office/drawing/2014/main" id="{FB1F838A-433B-F16D-312C-8932CF60AC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25D02A-D435-A5B0-519C-D21CF76C2D1C}"/>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2845671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9C26E-F090-0B40-5EA5-D6D95DD808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DAFD5D-EDED-6D42-B6FD-CE41CEA357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56818A-19AD-D5B9-5D87-1F1728FB5C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C47770-C287-DF6A-BB61-7F4C4B1F3FC3}"/>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6" name="Footer Placeholder 5">
            <a:extLst>
              <a:ext uri="{FF2B5EF4-FFF2-40B4-BE49-F238E27FC236}">
                <a16:creationId xmlns:a16="http://schemas.microsoft.com/office/drawing/2014/main" id="{E2032315-24EA-16C2-DBC1-8CE4A44C65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3FA7D2-7D5C-09A3-2030-BA1FF3B60DD4}"/>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1870950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7D7E5-3C40-92D6-66EC-994C983119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40284C-4095-7B84-1DCE-B9F547B4CB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0E823E-AAFF-2B3E-B993-2B881385DA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0F7E07-62B4-1CF8-B4A5-5E9B34526C73}"/>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6" name="Footer Placeholder 5">
            <a:extLst>
              <a:ext uri="{FF2B5EF4-FFF2-40B4-BE49-F238E27FC236}">
                <a16:creationId xmlns:a16="http://schemas.microsoft.com/office/drawing/2014/main" id="{94C02E3E-4CEA-4750-5772-1B039BCD0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D223CF-A0BD-F04E-2EC7-1CDBE51D8134}"/>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294628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8EEBA-BB8B-BB4F-FE8E-7082E5D024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D09CC8-63CF-B0A7-2574-972DF9CBC2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CB41F-F9FC-2EFA-E6CF-56D062DD8646}"/>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5" name="Footer Placeholder 4">
            <a:extLst>
              <a:ext uri="{FF2B5EF4-FFF2-40B4-BE49-F238E27FC236}">
                <a16:creationId xmlns:a16="http://schemas.microsoft.com/office/drawing/2014/main" id="{A3973C14-E961-A31B-F5D3-340C65863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29D320-C5B6-36ED-F6AA-7F05FF3C624C}"/>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1162661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86FC4F-9C02-AF00-B85D-26ABBD8881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230D62-7337-1523-9532-65DD645D5C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32027-3513-0372-8A1E-6E16265DCFA6}"/>
              </a:ext>
            </a:extLst>
          </p:cNvPr>
          <p:cNvSpPr>
            <a:spLocks noGrp="1"/>
          </p:cNvSpPr>
          <p:nvPr>
            <p:ph type="dt" sz="half" idx="10"/>
          </p:nvPr>
        </p:nvSpPr>
        <p:spPr/>
        <p:txBody>
          <a:bodyPr/>
          <a:lstStyle/>
          <a:p>
            <a:fld id="{8A2CBAA4-666A-4634-B67C-0CEA6C23DD3B}" type="datetimeFigureOut">
              <a:rPr lang="en-US" smtClean="0"/>
              <a:t>9/11/2023</a:t>
            </a:fld>
            <a:endParaRPr lang="en-US"/>
          </a:p>
        </p:txBody>
      </p:sp>
      <p:sp>
        <p:nvSpPr>
          <p:cNvPr id="5" name="Footer Placeholder 4">
            <a:extLst>
              <a:ext uri="{FF2B5EF4-FFF2-40B4-BE49-F238E27FC236}">
                <a16:creationId xmlns:a16="http://schemas.microsoft.com/office/drawing/2014/main" id="{6D0E6284-C7BC-5510-F4A7-05B10DD5C3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98A70-EC09-0892-D460-1FD6BAFAC183}"/>
              </a:ext>
            </a:extLst>
          </p:cNvPr>
          <p:cNvSpPr>
            <a:spLocks noGrp="1"/>
          </p:cNvSpPr>
          <p:nvPr>
            <p:ph type="sldNum" sz="quarter" idx="12"/>
          </p:nvPr>
        </p:nvSpPr>
        <p:spPr/>
        <p:txBody>
          <a:bodyPr/>
          <a:lstStyle/>
          <a:p>
            <a:fld id="{AE5214C2-D47D-416D-A68C-162ADE5B6189}" type="slidenum">
              <a:rPr lang="en-US" smtClean="0"/>
              <a:t>‹#›</a:t>
            </a:fld>
            <a:endParaRPr lang="en-US"/>
          </a:p>
        </p:txBody>
      </p:sp>
    </p:spTree>
    <p:extLst>
      <p:ext uri="{BB962C8B-B14F-4D97-AF65-F5344CB8AC3E}">
        <p14:creationId xmlns:p14="http://schemas.microsoft.com/office/powerpoint/2010/main" val="3849279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9BED92-3A9C-EEFC-EB1D-E5E9B05D2D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CBAD26-012C-731E-3D93-6023A84A50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6D400B-A2E6-B842-5D31-906C93BD4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2CBAA4-666A-4634-B67C-0CEA6C23DD3B}" type="datetimeFigureOut">
              <a:rPr lang="en-US" smtClean="0"/>
              <a:t>9/11/2023</a:t>
            </a:fld>
            <a:endParaRPr lang="en-US"/>
          </a:p>
        </p:txBody>
      </p:sp>
      <p:sp>
        <p:nvSpPr>
          <p:cNvPr id="5" name="Footer Placeholder 4">
            <a:extLst>
              <a:ext uri="{FF2B5EF4-FFF2-40B4-BE49-F238E27FC236}">
                <a16:creationId xmlns:a16="http://schemas.microsoft.com/office/drawing/2014/main" id="{134178F1-9DAF-52B4-A96C-F20D36DBAE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9A0B57-87DA-1587-5F50-B8D80038A2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5214C2-D47D-416D-A68C-162ADE5B6189}" type="slidenum">
              <a:rPr lang="en-US" smtClean="0"/>
              <a:t>‹#›</a:t>
            </a:fld>
            <a:endParaRPr lang="en-US"/>
          </a:p>
        </p:txBody>
      </p:sp>
    </p:spTree>
    <p:extLst>
      <p:ext uri="{BB962C8B-B14F-4D97-AF65-F5344CB8AC3E}">
        <p14:creationId xmlns:p14="http://schemas.microsoft.com/office/powerpoint/2010/main" val="850501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5.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istqbexamcertification.com/what-is-waterfall-model-advantages-disadvantages-and-when-to-use-i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5.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8.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8.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8">
            <a:extLst>
              <a:ext uri="{FF2B5EF4-FFF2-40B4-BE49-F238E27FC236}">
                <a16:creationId xmlns:a16="http://schemas.microsoft.com/office/drawing/2014/main" id="{845DC394-4B49-4A3F-80DF-6A554897F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803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CE318C3-64CE-E470-3729-97CC3826A570}"/>
              </a:ext>
            </a:extLst>
          </p:cNvPr>
          <p:cNvSpPr>
            <a:spLocks noGrp="1"/>
          </p:cNvSpPr>
          <p:nvPr>
            <p:ph type="ctrTitle"/>
          </p:nvPr>
        </p:nvSpPr>
        <p:spPr>
          <a:xfrm>
            <a:off x="1500136" y="590062"/>
            <a:ext cx="5141964" cy="2838938"/>
          </a:xfrm>
        </p:spPr>
        <p:txBody>
          <a:bodyPr>
            <a:normAutofit/>
          </a:bodyPr>
          <a:lstStyle/>
          <a:p>
            <a:r>
              <a:rPr lang="en-US" sz="4800" dirty="0">
                <a:solidFill>
                  <a:srgbClr val="FFFFFF"/>
                </a:solidFill>
              </a:rPr>
              <a:t>ADVANCED SYSTEMS ANALYSIS AND DESIGN</a:t>
            </a:r>
          </a:p>
        </p:txBody>
      </p:sp>
      <p:sp>
        <p:nvSpPr>
          <p:cNvPr id="3" name="Subtitle 2">
            <a:extLst>
              <a:ext uri="{FF2B5EF4-FFF2-40B4-BE49-F238E27FC236}">
                <a16:creationId xmlns:a16="http://schemas.microsoft.com/office/drawing/2014/main" id="{844F0A66-0FC8-5B13-E4E0-7A956A825320}"/>
              </a:ext>
            </a:extLst>
          </p:cNvPr>
          <p:cNvSpPr>
            <a:spLocks noGrp="1"/>
          </p:cNvSpPr>
          <p:nvPr>
            <p:ph type="subTitle" idx="1"/>
          </p:nvPr>
        </p:nvSpPr>
        <p:spPr>
          <a:xfrm>
            <a:off x="1500136" y="3505199"/>
            <a:ext cx="5141949" cy="1198120"/>
          </a:xfrm>
        </p:spPr>
        <p:txBody>
          <a:bodyPr>
            <a:normAutofit/>
          </a:bodyPr>
          <a:lstStyle/>
          <a:p>
            <a:pPr algn="l"/>
            <a:r>
              <a:rPr lang="en-US" sz="2000" dirty="0">
                <a:solidFill>
                  <a:srgbClr val="FFFFFF"/>
                </a:solidFill>
              </a:rPr>
              <a:t>CIS 301</a:t>
            </a:r>
          </a:p>
        </p:txBody>
      </p:sp>
      <p:pic>
        <p:nvPicPr>
          <p:cNvPr id="14" name="Picture 4" descr="Digital financial graph">
            <a:extLst>
              <a:ext uri="{FF2B5EF4-FFF2-40B4-BE49-F238E27FC236}">
                <a16:creationId xmlns:a16="http://schemas.microsoft.com/office/drawing/2014/main" id="{BC37253B-DAA9-BAF7-D30D-8FE5F6D6DBE2}"/>
              </a:ext>
            </a:extLst>
          </p:cNvPr>
          <p:cNvPicPr>
            <a:picLocks noChangeAspect="1"/>
          </p:cNvPicPr>
          <p:nvPr/>
        </p:nvPicPr>
        <p:blipFill rotWithShape="1">
          <a:blip r:embed="rId2"/>
          <a:srcRect l="38320" r="23034"/>
          <a:stretch/>
        </p:blipFill>
        <p:spPr>
          <a:xfrm>
            <a:off x="7480300" y="10"/>
            <a:ext cx="4711700" cy="6857990"/>
          </a:xfrm>
          <a:prstGeom prst="rect">
            <a:avLst/>
          </a:prstGeom>
        </p:spPr>
      </p:pic>
      <p:sp>
        <p:nvSpPr>
          <p:cNvPr id="13"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57334" y="19317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5"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16112" y="214158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7"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1794" y="23854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9" name="Straight Connector 1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5145" y="3505200"/>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ubtitle 2">
            <a:extLst>
              <a:ext uri="{FF2B5EF4-FFF2-40B4-BE49-F238E27FC236}">
                <a16:creationId xmlns:a16="http://schemas.microsoft.com/office/drawing/2014/main" id="{DB122C9E-F14A-9A7A-BB8B-B7FC39F80DF1}"/>
              </a:ext>
            </a:extLst>
          </p:cNvPr>
          <p:cNvSpPr txBox="1">
            <a:spLocks/>
          </p:cNvSpPr>
          <p:nvPr/>
        </p:nvSpPr>
        <p:spPr>
          <a:xfrm>
            <a:off x="3103668" y="4212368"/>
            <a:ext cx="4533216" cy="77416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b="1" dirty="0">
                <a:solidFill>
                  <a:schemeClr val="tx2">
                    <a:lumMod val="75000"/>
                  </a:schemeClr>
                </a:solidFill>
              </a:rPr>
              <a:t>TOPIC 2</a:t>
            </a:r>
          </a:p>
        </p:txBody>
      </p:sp>
      <p:sp>
        <p:nvSpPr>
          <p:cNvPr id="6" name="Subtitle 2">
            <a:extLst>
              <a:ext uri="{FF2B5EF4-FFF2-40B4-BE49-F238E27FC236}">
                <a16:creationId xmlns:a16="http://schemas.microsoft.com/office/drawing/2014/main" id="{A602C294-03AE-6A0D-9982-C7A8830D937B}"/>
              </a:ext>
            </a:extLst>
          </p:cNvPr>
          <p:cNvSpPr txBox="1">
            <a:spLocks/>
          </p:cNvSpPr>
          <p:nvPr/>
        </p:nvSpPr>
        <p:spPr>
          <a:xfrm>
            <a:off x="972769" y="4901917"/>
            <a:ext cx="6391065" cy="1198120"/>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400" b="1" dirty="0">
                <a:solidFill>
                  <a:schemeClr val="tx2">
                    <a:lumMod val="75000"/>
                  </a:schemeClr>
                </a:solidFill>
              </a:rPr>
              <a:t>ITERATIVE-INCREMENTAL PROCESS MODE</a:t>
            </a:r>
          </a:p>
        </p:txBody>
      </p:sp>
    </p:spTree>
    <p:extLst>
      <p:ext uri="{BB962C8B-B14F-4D97-AF65-F5344CB8AC3E}">
        <p14:creationId xmlns:p14="http://schemas.microsoft.com/office/powerpoint/2010/main" val="4230156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1" name="Group 10">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2" name="Freeform: Shape 11">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p:cNvSpPr>
            <a:spLocks noGrp="1"/>
          </p:cNvSpPr>
          <p:nvPr>
            <p:ph type="title"/>
          </p:nvPr>
        </p:nvSpPr>
        <p:spPr>
          <a:xfrm>
            <a:off x="3164462" y="2675961"/>
            <a:ext cx="6105194" cy="2031055"/>
          </a:xfrm>
        </p:spPr>
        <p:txBody>
          <a:bodyPr vert="horz" lIns="91440" tIns="45720" rIns="91440" bIns="45720" rtlCol="0" anchor="b">
            <a:normAutofit/>
          </a:bodyPr>
          <a:lstStyle/>
          <a:p>
            <a:pPr algn="ctr"/>
            <a:r>
              <a:rPr lang="en-US" b="1" kern="1200" dirty="0">
                <a:solidFill>
                  <a:schemeClr val="tx2"/>
                </a:solidFill>
                <a:latin typeface="+mj-lt"/>
                <a:ea typeface="+mj-ea"/>
                <a:cs typeface="+mj-cs"/>
              </a:rPr>
              <a:t>Software Development Models?</a:t>
            </a:r>
            <a:br>
              <a:rPr lang="en-US" b="1" kern="1200" dirty="0">
                <a:solidFill>
                  <a:schemeClr val="tx2"/>
                </a:solidFill>
                <a:latin typeface="+mj-lt"/>
                <a:ea typeface="+mj-ea"/>
                <a:cs typeface="+mj-cs"/>
              </a:rPr>
            </a:br>
            <a:endParaRPr lang="en-US" kern="1200" dirty="0">
              <a:solidFill>
                <a:schemeClr val="tx2"/>
              </a:solidFill>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 name="Content Placeholder 2"/>
          <p:cNvSpPr>
            <a:spLocks noGrp="1"/>
          </p:cNvSpPr>
          <p:nvPr>
            <p:ph idx="1"/>
          </p:nvPr>
        </p:nvSpPr>
        <p:spPr>
          <a:xfrm>
            <a:off x="2775957" y="1465348"/>
            <a:ext cx="6378140" cy="3927303"/>
          </a:xfrm>
        </p:spPr>
        <p:txBody>
          <a:bodyPr anchor="t">
            <a:normAutofit/>
          </a:bodyPr>
          <a:lstStyle/>
          <a:p>
            <a:pPr algn="just"/>
            <a:r>
              <a:rPr lang="en-US" sz="2400">
                <a:solidFill>
                  <a:schemeClr val="tx2"/>
                </a:solidFill>
              </a:rPr>
              <a:t>The development models are the various processes or methodologies that are being selected for the development of the project depending on the project’s aims and goals.</a:t>
            </a:r>
          </a:p>
          <a:p>
            <a:pPr algn="just"/>
            <a:r>
              <a:rPr lang="en-US" sz="2400">
                <a:solidFill>
                  <a:schemeClr val="tx2"/>
                </a:solidFill>
              </a:rPr>
              <a:t> There are many development life cycle models that have been developed in order to achieve different required objectives. </a:t>
            </a:r>
          </a:p>
          <a:p>
            <a:pPr algn="just"/>
            <a:r>
              <a:rPr lang="en-US" sz="2400">
                <a:solidFill>
                  <a:schemeClr val="tx2"/>
                </a:solidFill>
              </a:rPr>
              <a:t>The models specify the various stages of the process and the order in which they are carried out.</a:t>
            </a:r>
          </a:p>
          <a:p>
            <a:pPr algn="just"/>
            <a:endParaRPr lang="en-US" sz="2400">
              <a:solidFill>
                <a:schemeClr val="tx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Microscope">
            <a:extLst>
              <a:ext uri="{FF2B5EF4-FFF2-40B4-BE49-F238E27FC236}">
                <a16:creationId xmlns:a16="http://schemas.microsoft.com/office/drawing/2014/main" id="{B3A7BAA8-C506-D3FD-86DA-910FDF5324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ontent Placeholder 2"/>
          <p:cNvSpPr>
            <a:spLocks noGrp="1"/>
          </p:cNvSpPr>
          <p:nvPr>
            <p:ph idx="1"/>
          </p:nvPr>
        </p:nvSpPr>
        <p:spPr>
          <a:xfrm>
            <a:off x="1819072" y="1274323"/>
            <a:ext cx="7461115" cy="3696511"/>
          </a:xfrm>
        </p:spPr>
        <p:txBody>
          <a:bodyPr>
            <a:normAutofit/>
          </a:bodyPr>
          <a:lstStyle/>
          <a:p>
            <a:r>
              <a:rPr lang="en-US" sz="3200" dirty="0"/>
              <a:t>The selection of model has very high impact on the testing that is carried out.</a:t>
            </a:r>
          </a:p>
          <a:p>
            <a:r>
              <a:rPr lang="en-US" sz="3200" dirty="0"/>
              <a:t> It will define the what, where and when of our planned testing, influence regression testing and largely determines which test techniques to use.</a:t>
            </a:r>
          </a:p>
          <a:p>
            <a:endParaRPr lang="en-US" sz="3200" dirty="0"/>
          </a:p>
        </p:txBody>
      </p:sp>
      <p:pic>
        <p:nvPicPr>
          <p:cNvPr id="9" name="Graphic 8" descr="Microscope">
            <a:extLst>
              <a:ext uri="{FF2B5EF4-FFF2-40B4-BE49-F238E27FC236}">
                <a16:creationId xmlns:a16="http://schemas.microsoft.com/office/drawing/2014/main" id="{C5736699-F6C5-455D-8548-60E31865BE3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83564" y="348865"/>
            <a:ext cx="9718111" cy="1576446"/>
          </a:xfrm>
        </p:spPr>
        <p:txBody>
          <a:bodyPr anchor="ctr">
            <a:normAutofit/>
          </a:bodyPr>
          <a:lstStyle/>
          <a:p>
            <a:r>
              <a:rPr lang="en-US" sz="4000" b="1">
                <a:solidFill>
                  <a:srgbClr val="FFFFFF"/>
                </a:solidFill>
              </a:rPr>
              <a:t>There are various Software development models or methodologies. They are as follows:</a:t>
            </a:r>
          </a:p>
        </p:txBody>
      </p:sp>
      <p:graphicFrame>
        <p:nvGraphicFramePr>
          <p:cNvPr id="5" name="Content Placeholder 2">
            <a:extLst>
              <a:ext uri="{FF2B5EF4-FFF2-40B4-BE49-F238E27FC236}">
                <a16:creationId xmlns:a16="http://schemas.microsoft.com/office/drawing/2014/main" id="{68DCD39D-62CA-6E6C-9A74-3A18C699E326}"/>
              </a:ext>
            </a:extLst>
          </p:cNvPr>
          <p:cNvGraphicFramePr>
            <a:graphicFrameLocks noGrp="1"/>
          </p:cNvGraphicFramePr>
          <p:nvPr>
            <p:ph idx="1"/>
            <p:extLst>
              <p:ext uri="{D42A27DB-BD31-4B8C-83A1-F6EECF244321}">
                <p14:modId xmlns:p14="http://schemas.microsoft.com/office/powerpoint/2010/main" val="196239767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scade of waterfalls">
            <a:extLst>
              <a:ext uri="{FF2B5EF4-FFF2-40B4-BE49-F238E27FC236}">
                <a16:creationId xmlns:a16="http://schemas.microsoft.com/office/drawing/2014/main" id="{39F7AED2-A36C-6737-1216-C26B03B55C0D}"/>
              </a:ext>
            </a:extLst>
          </p:cNvPr>
          <p:cNvPicPr>
            <a:picLocks noChangeAspect="1"/>
          </p:cNvPicPr>
          <p:nvPr/>
        </p:nvPicPr>
        <p:blipFill rotWithShape="1">
          <a:blip r:embed="rId2"/>
          <a:srcRect t="15730"/>
          <a:stretch/>
        </p:blipFill>
        <p:spPr>
          <a:xfrm>
            <a:off x="20" y="10"/>
            <a:ext cx="12191981" cy="6857990"/>
          </a:xfrm>
          <a:prstGeom prst="rect">
            <a:avLst/>
          </a:prstGeom>
        </p:spPr>
      </p:pic>
      <p:sp>
        <p:nvSpPr>
          <p:cNvPr id="11" name="Rectangle 1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04553" y="3091928"/>
            <a:ext cx="9078562" cy="2387600"/>
          </a:xfrm>
        </p:spPr>
        <p:txBody>
          <a:bodyPr vert="horz" lIns="91440" tIns="45720" rIns="91440" bIns="45720" rtlCol="0" anchor="b">
            <a:normAutofit/>
          </a:bodyPr>
          <a:lstStyle/>
          <a:p>
            <a:r>
              <a:rPr lang="en-US" sz="6600" b="1">
                <a:solidFill>
                  <a:schemeClr val="bg1"/>
                </a:solidFill>
              </a:rPr>
              <a:t>Waterfall model</a:t>
            </a:r>
            <a:endParaRPr lang="en-US" sz="6600">
              <a:solidFill>
                <a:schemeClr val="bg1"/>
              </a:solidFill>
            </a:endParaRPr>
          </a:p>
        </p:txBody>
      </p:sp>
      <p:sp>
        <p:nvSpPr>
          <p:cNvPr id="13" name="Rectangle: Rounded Corners 1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0" y="762001"/>
            <a:ext cx="5334197" cy="1708242"/>
          </a:xfrm>
        </p:spPr>
        <p:txBody>
          <a:bodyPr anchor="ctr">
            <a:normAutofit/>
          </a:bodyPr>
          <a:lstStyle/>
          <a:p>
            <a:endParaRPr lang="en-US" sz="4000"/>
          </a:p>
        </p:txBody>
      </p:sp>
      <p:graphicFrame>
        <p:nvGraphicFramePr>
          <p:cNvPr id="11" name="Content Placeholder 2">
            <a:extLst>
              <a:ext uri="{FF2B5EF4-FFF2-40B4-BE49-F238E27FC236}">
                <a16:creationId xmlns:a16="http://schemas.microsoft.com/office/drawing/2014/main" id="{94F159D0-D311-AFB1-3760-692DC9554F3B}"/>
              </a:ext>
            </a:extLst>
          </p:cNvPr>
          <p:cNvGraphicFramePr>
            <a:graphicFrameLocks noGrp="1"/>
          </p:cNvGraphicFramePr>
          <p:nvPr>
            <p:ph idx="1"/>
          </p:nvPr>
        </p:nvGraphicFramePr>
        <p:xfrm>
          <a:off x="761800" y="2470244"/>
          <a:ext cx="5687638" cy="37698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36DF019A-BB76-D084-3F72-96D0522FED59}"/>
              </a:ext>
            </a:extLst>
          </p:cNvPr>
          <p:cNvPicPr>
            <a:picLocks noChangeAspect="1"/>
          </p:cNvPicPr>
          <p:nvPr/>
        </p:nvPicPr>
        <p:blipFill rotWithShape="1">
          <a:blip r:embed="rId7"/>
          <a:srcRect l="37589" r="18728"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0835357-5215-B579-14AB-1DADCCDB8B07}"/>
              </a:ext>
            </a:extLst>
          </p:cNvPr>
          <p:cNvSpPr>
            <a:spLocks noGrp="1"/>
          </p:cNvSpPr>
          <p:nvPr>
            <p:ph sz="half" idx="4294967295"/>
          </p:nvPr>
        </p:nvSpPr>
        <p:spPr>
          <a:xfrm>
            <a:off x="1676400" y="457200"/>
            <a:ext cx="8915400" cy="1371600"/>
          </a:xfrm>
          <a:solidFill>
            <a:schemeClr val="accent3">
              <a:lumMod val="75000"/>
            </a:schemeClr>
          </a:solidFill>
        </p:spPr>
        <p:txBody>
          <a:bodyPr rtlCol="0" anchor="ctr">
            <a:noAutofit/>
          </a:bodyPr>
          <a:lstStyle/>
          <a:p>
            <a:pPr>
              <a:buNone/>
              <a:defRPr/>
            </a:pPr>
            <a:r>
              <a:rPr lang="en-US" sz="4000" dirty="0">
                <a:solidFill>
                  <a:schemeClr val="bg1"/>
                </a:solidFill>
              </a:rPr>
              <a:t> Waterfall Model</a:t>
            </a:r>
          </a:p>
        </p:txBody>
      </p:sp>
      <p:sp>
        <p:nvSpPr>
          <p:cNvPr id="5" name="Content Placeholder 9">
            <a:extLst>
              <a:ext uri="{FF2B5EF4-FFF2-40B4-BE49-F238E27FC236}">
                <a16:creationId xmlns:a16="http://schemas.microsoft.com/office/drawing/2014/main" id="{17247100-4FBA-A57C-7642-13ADF38C3995}"/>
              </a:ext>
            </a:extLst>
          </p:cNvPr>
          <p:cNvSpPr txBox="1">
            <a:spLocks/>
          </p:cNvSpPr>
          <p:nvPr/>
        </p:nvSpPr>
        <p:spPr>
          <a:xfrm>
            <a:off x="1752600" y="1981200"/>
            <a:ext cx="8763000" cy="4419600"/>
          </a:xfrm>
          <a:prstGeom prst="rect">
            <a:avLst/>
          </a:prstGeom>
        </p:spPr>
        <p:txBody>
          <a:bodyPr/>
          <a:lstStyle/>
          <a:p>
            <a:pPr>
              <a:lnSpc>
                <a:spcPct val="150000"/>
              </a:lnSpc>
              <a:buClr>
                <a:schemeClr val="accent3">
                  <a:lumMod val="50000"/>
                </a:schemeClr>
              </a:buClr>
              <a:buSzPct val="70000"/>
              <a:buFont typeface="Wingdings 2" pitchFamily="18" charset="2"/>
              <a:buChar char=""/>
              <a:defRPr/>
            </a:pPr>
            <a:endParaRPr lang="en-US" sz="2000" dirty="0"/>
          </a:p>
        </p:txBody>
      </p:sp>
      <p:sp>
        <p:nvSpPr>
          <p:cNvPr id="7" name="Rectangle 6">
            <a:extLst>
              <a:ext uri="{FF2B5EF4-FFF2-40B4-BE49-F238E27FC236}">
                <a16:creationId xmlns:a16="http://schemas.microsoft.com/office/drawing/2014/main" id="{4C146709-0663-E17C-FBF2-A4F35E50534D}"/>
              </a:ext>
            </a:extLst>
          </p:cNvPr>
          <p:cNvSpPr/>
          <p:nvPr/>
        </p:nvSpPr>
        <p:spPr>
          <a:xfrm>
            <a:off x="2286000" y="2057400"/>
            <a:ext cx="1981200" cy="762000"/>
          </a:xfrm>
          <a:prstGeom prst="rect">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Requirements</a:t>
            </a:r>
            <a:endParaRPr lang="en-GB" dirty="0"/>
          </a:p>
        </p:txBody>
      </p:sp>
      <p:sp>
        <p:nvSpPr>
          <p:cNvPr id="9" name="Rectangle 8">
            <a:extLst>
              <a:ext uri="{FF2B5EF4-FFF2-40B4-BE49-F238E27FC236}">
                <a16:creationId xmlns:a16="http://schemas.microsoft.com/office/drawing/2014/main" id="{FA828975-EF81-08B7-084E-C9EBF83A6CE7}"/>
              </a:ext>
            </a:extLst>
          </p:cNvPr>
          <p:cNvSpPr/>
          <p:nvPr/>
        </p:nvSpPr>
        <p:spPr>
          <a:xfrm>
            <a:off x="3810000" y="2971800"/>
            <a:ext cx="1981200" cy="762000"/>
          </a:xfrm>
          <a:prstGeom prst="rect">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Design</a:t>
            </a:r>
            <a:endParaRPr lang="en-GB" dirty="0"/>
          </a:p>
        </p:txBody>
      </p:sp>
      <p:sp>
        <p:nvSpPr>
          <p:cNvPr id="10" name="Rectangle 9">
            <a:extLst>
              <a:ext uri="{FF2B5EF4-FFF2-40B4-BE49-F238E27FC236}">
                <a16:creationId xmlns:a16="http://schemas.microsoft.com/office/drawing/2014/main" id="{403D5C59-7218-A6F9-C9DD-BD6D81AED410}"/>
              </a:ext>
            </a:extLst>
          </p:cNvPr>
          <p:cNvSpPr/>
          <p:nvPr/>
        </p:nvSpPr>
        <p:spPr>
          <a:xfrm>
            <a:off x="6629400" y="4800600"/>
            <a:ext cx="1981200" cy="762000"/>
          </a:xfrm>
          <a:prstGeom prst="rect">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Test &amp; Integration</a:t>
            </a:r>
            <a:endParaRPr lang="en-GB" dirty="0"/>
          </a:p>
        </p:txBody>
      </p:sp>
      <p:sp>
        <p:nvSpPr>
          <p:cNvPr id="12" name="Rectangle 11">
            <a:extLst>
              <a:ext uri="{FF2B5EF4-FFF2-40B4-BE49-F238E27FC236}">
                <a16:creationId xmlns:a16="http://schemas.microsoft.com/office/drawing/2014/main" id="{B4999A5A-B070-2549-FB91-4229B9AFD028}"/>
              </a:ext>
            </a:extLst>
          </p:cNvPr>
          <p:cNvSpPr/>
          <p:nvPr/>
        </p:nvSpPr>
        <p:spPr>
          <a:xfrm>
            <a:off x="5181600" y="3886200"/>
            <a:ext cx="1981200" cy="762000"/>
          </a:xfrm>
          <a:prstGeom prst="rect">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Code &amp; Unit Test</a:t>
            </a:r>
            <a:endParaRPr lang="en-GB" dirty="0"/>
          </a:p>
        </p:txBody>
      </p:sp>
      <p:sp>
        <p:nvSpPr>
          <p:cNvPr id="13" name="Rectangle 12">
            <a:extLst>
              <a:ext uri="{FF2B5EF4-FFF2-40B4-BE49-F238E27FC236}">
                <a16:creationId xmlns:a16="http://schemas.microsoft.com/office/drawing/2014/main" id="{5A968A84-CCC0-D0A6-E9A0-E2FB6F0DD9DE}"/>
              </a:ext>
            </a:extLst>
          </p:cNvPr>
          <p:cNvSpPr/>
          <p:nvPr/>
        </p:nvSpPr>
        <p:spPr>
          <a:xfrm>
            <a:off x="8153400" y="5715000"/>
            <a:ext cx="1981200" cy="762000"/>
          </a:xfrm>
          <a:prstGeom prst="rect">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Operations &amp; Maintenance</a:t>
            </a:r>
            <a:endParaRPr lang="en-GB" dirty="0"/>
          </a:p>
        </p:txBody>
      </p:sp>
      <p:cxnSp>
        <p:nvCxnSpPr>
          <p:cNvPr id="15" name="Elbow Connector 14">
            <a:extLst>
              <a:ext uri="{FF2B5EF4-FFF2-40B4-BE49-F238E27FC236}">
                <a16:creationId xmlns:a16="http://schemas.microsoft.com/office/drawing/2014/main" id="{4E9FDDAD-3E0C-5584-6739-1FCCB3D8ED72}"/>
              </a:ext>
            </a:extLst>
          </p:cNvPr>
          <p:cNvCxnSpPr>
            <a:stCxn id="7" idx="3"/>
            <a:endCxn id="9" idx="0"/>
          </p:cNvCxnSpPr>
          <p:nvPr/>
        </p:nvCxnSpPr>
        <p:spPr>
          <a:xfrm>
            <a:off x="4267200" y="2438400"/>
            <a:ext cx="533400" cy="533400"/>
          </a:xfrm>
          <a:prstGeom prst="bentConnector2">
            <a:avLst/>
          </a:prstGeom>
          <a:ln w="1905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12299" name="Group 47">
            <a:extLst>
              <a:ext uri="{FF2B5EF4-FFF2-40B4-BE49-F238E27FC236}">
                <a16:creationId xmlns:a16="http://schemas.microsoft.com/office/drawing/2014/main" id="{2E92F41C-313E-FD1B-580B-5A641B7D1B51}"/>
              </a:ext>
            </a:extLst>
          </p:cNvPr>
          <p:cNvGrpSpPr>
            <a:grpSpLocks/>
          </p:cNvGrpSpPr>
          <p:nvPr/>
        </p:nvGrpSpPr>
        <p:grpSpPr bwMode="auto">
          <a:xfrm>
            <a:off x="3276600" y="2819400"/>
            <a:ext cx="4876800" cy="3276600"/>
            <a:chOff x="1752600" y="2819400"/>
            <a:chExt cx="4876800" cy="3276600"/>
          </a:xfrm>
        </p:grpSpPr>
        <p:cxnSp>
          <p:nvCxnSpPr>
            <p:cNvPr id="21" name="Elbow Connector 20">
              <a:extLst>
                <a:ext uri="{FF2B5EF4-FFF2-40B4-BE49-F238E27FC236}">
                  <a16:creationId xmlns:a16="http://schemas.microsoft.com/office/drawing/2014/main" id="{85DBE618-A2DE-E2A9-A8E9-2E4E177D1D20}"/>
                </a:ext>
              </a:extLst>
            </p:cNvPr>
            <p:cNvCxnSpPr>
              <a:stCxn id="13" idx="1"/>
              <a:endCxn id="10" idx="2"/>
            </p:cNvCxnSpPr>
            <p:nvPr/>
          </p:nvCxnSpPr>
          <p:spPr>
            <a:xfrm rot="10800000">
              <a:off x="6096000" y="5562600"/>
              <a:ext cx="533400" cy="533400"/>
            </a:xfrm>
            <a:prstGeom prst="bentConnector2">
              <a:avLst/>
            </a:prstGeom>
            <a:ln w="1905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9F6FE001-D2D3-1DE6-71C5-0D6D5D7898E0}"/>
                </a:ext>
              </a:extLst>
            </p:cNvPr>
            <p:cNvCxnSpPr>
              <a:stCxn id="10" idx="1"/>
              <a:endCxn id="12" idx="2"/>
            </p:cNvCxnSpPr>
            <p:nvPr/>
          </p:nvCxnSpPr>
          <p:spPr>
            <a:xfrm rot="10800000">
              <a:off x="4648200" y="4648200"/>
              <a:ext cx="457200" cy="533400"/>
            </a:xfrm>
            <a:prstGeom prst="bentConnector2">
              <a:avLst/>
            </a:prstGeom>
            <a:ln w="1905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3E276E3B-A995-E865-FE99-1BB4F4EDDD76}"/>
                </a:ext>
              </a:extLst>
            </p:cNvPr>
            <p:cNvCxnSpPr>
              <a:stCxn id="12" idx="1"/>
              <a:endCxn id="9" idx="2"/>
            </p:cNvCxnSpPr>
            <p:nvPr/>
          </p:nvCxnSpPr>
          <p:spPr>
            <a:xfrm rot="10800000">
              <a:off x="3276600" y="3733800"/>
              <a:ext cx="381000" cy="533400"/>
            </a:xfrm>
            <a:prstGeom prst="bentConnector2">
              <a:avLst/>
            </a:prstGeom>
            <a:ln w="1905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35ABF438-445E-A9A1-D1DC-E0D3DF3DEEFB}"/>
                </a:ext>
              </a:extLst>
            </p:cNvPr>
            <p:cNvCxnSpPr>
              <a:stCxn id="9" idx="1"/>
              <a:endCxn id="7" idx="2"/>
            </p:cNvCxnSpPr>
            <p:nvPr/>
          </p:nvCxnSpPr>
          <p:spPr>
            <a:xfrm rot="10800000">
              <a:off x="1752600" y="2819400"/>
              <a:ext cx="533400" cy="533400"/>
            </a:xfrm>
            <a:prstGeom prst="bentConnector2">
              <a:avLst/>
            </a:prstGeom>
            <a:ln w="1905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cxnSp>
        <p:nvCxnSpPr>
          <p:cNvPr id="40" name="Elbow Connector 39">
            <a:extLst>
              <a:ext uri="{FF2B5EF4-FFF2-40B4-BE49-F238E27FC236}">
                <a16:creationId xmlns:a16="http://schemas.microsoft.com/office/drawing/2014/main" id="{FB8C785A-6742-495E-83E0-ACB9BC3C4605}"/>
              </a:ext>
            </a:extLst>
          </p:cNvPr>
          <p:cNvCxnSpPr>
            <a:stCxn id="9" idx="3"/>
            <a:endCxn id="12" idx="0"/>
          </p:cNvCxnSpPr>
          <p:nvPr/>
        </p:nvCxnSpPr>
        <p:spPr>
          <a:xfrm>
            <a:off x="5791200" y="3352800"/>
            <a:ext cx="381000" cy="533400"/>
          </a:xfrm>
          <a:prstGeom prst="bentConnector2">
            <a:avLst/>
          </a:prstGeom>
          <a:ln w="1905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4DAD0AA0-77CB-9AB7-16C8-91F7FE9BED55}"/>
              </a:ext>
            </a:extLst>
          </p:cNvPr>
          <p:cNvCxnSpPr>
            <a:stCxn id="12" idx="3"/>
            <a:endCxn id="10" idx="0"/>
          </p:cNvCxnSpPr>
          <p:nvPr/>
        </p:nvCxnSpPr>
        <p:spPr>
          <a:xfrm>
            <a:off x="7162800" y="4267200"/>
            <a:ext cx="457200" cy="533400"/>
          </a:xfrm>
          <a:prstGeom prst="bentConnector2">
            <a:avLst/>
          </a:prstGeom>
          <a:ln w="1905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B3C83CB2-73C4-0509-14FD-15B07F3360E4}"/>
              </a:ext>
            </a:extLst>
          </p:cNvPr>
          <p:cNvCxnSpPr>
            <a:stCxn id="10" idx="3"/>
            <a:endCxn id="13" idx="0"/>
          </p:cNvCxnSpPr>
          <p:nvPr/>
        </p:nvCxnSpPr>
        <p:spPr>
          <a:xfrm>
            <a:off x="8610600" y="5181600"/>
            <a:ext cx="533400" cy="533400"/>
          </a:xfrm>
          <a:prstGeom prst="bentConnector2">
            <a:avLst/>
          </a:prstGeom>
          <a:ln w="1905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3745375" y="1026936"/>
            <a:ext cx="5047065" cy="2928470"/>
          </a:xfrm>
        </p:spPr>
        <p:txBody>
          <a:bodyPr vert="horz" lIns="91440" tIns="45720" rIns="91440" bIns="45720" rtlCol="0" anchor="b">
            <a:normAutofit/>
          </a:bodyPr>
          <a:lstStyle/>
          <a:p>
            <a:r>
              <a:rPr lang="en-US" sz="8800" b="1" kern="1200" dirty="0">
                <a:solidFill>
                  <a:srgbClr val="FFFFFF"/>
                </a:solidFill>
                <a:latin typeface="+mj-lt"/>
                <a:ea typeface="+mj-ea"/>
                <a:cs typeface="+mj-cs"/>
              </a:rPr>
              <a:t>V-model</a:t>
            </a:r>
            <a:br>
              <a:rPr lang="en-US" sz="8800" b="1" kern="1200" dirty="0">
                <a:solidFill>
                  <a:srgbClr val="FFFFFF"/>
                </a:solidFill>
                <a:latin typeface="+mj-lt"/>
                <a:ea typeface="+mj-ea"/>
                <a:cs typeface="+mj-cs"/>
              </a:rPr>
            </a:br>
            <a:endParaRPr lang="en-US" sz="8800" kern="1200" dirty="0">
              <a:solidFill>
                <a:srgbClr val="FFFFFF"/>
              </a:solidFill>
              <a:latin typeface="+mj-lt"/>
              <a:ea typeface="+mj-ea"/>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rPr lang="en-US" dirty="0"/>
              <a:t>V- model means Verification and Validation model.</a:t>
            </a:r>
          </a:p>
          <a:p>
            <a:r>
              <a:rPr lang="en-US" dirty="0"/>
              <a:t> Just like the </a:t>
            </a:r>
            <a:r>
              <a:rPr lang="en-US" dirty="0">
                <a:hlinkClick r:id="rId2" tooltip="What is Waterfall model - advantages, disadvantages and when to use it?"/>
              </a:rPr>
              <a:t>waterfall model</a:t>
            </a:r>
            <a:r>
              <a:rPr lang="en-US" dirty="0"/>
              <a:t>, the V-Shaped life cycle is a sequential path of execution of processes. </a:t>
            </a:r>
          </a:p>
          <a:p>
            <a:r>
              <a:rPr lang="en-US" dirty="0"/>
              <a:t>Each phase must be completed before the next phase begins.</a:t>
            </a:r>
          </a:p>
          <a:p>
            <a:r>
              <a:rPr lang="en-US" dirty="0"/>
              <a:t> Testing of the product is planned in parallel with a corresponding phase of development.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diagram of a software development&#10;&#10;Description automatically generated">
            <a:extLst>
              <a:ext uri="{FF2B5EF4-FFF2-40B4-BE49-F238E27FC236}">
                <a16:creationId xmlns:a16="http://schemas.microsoft.com/office/drawing/2014/main" id="{2DF1FE86-EF5A-568D-4695-E199455C31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8650" y="489446"/>
            <a:ext cx="6993871" cy="556412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1638313" y="-179294"/>
            <a:ext cx="10053763" cy="2928470"/>
          </a:xfrm>
        </p:spPr>
        <p:txBody>
          <a:bodyPr vert="horz" lIns="91440" tIns="45720" rIns="91440" bIns="45720" rtlCol="0" anchor="b">
            <a:normAutofit/>
          </a:bodyPr>
          <a:lstStyle/>
          <a:p>
            <a:r>
              <a:rPr lang="en-US" sz="8800" b="1" kern="1200" dirty="0">
                <a:solidFill>
                  <a:srgbClr val="FFFFFF"/>
                </a:solidFill>
                <a:latin typeface="+mj-lt"/>
                <a:ea typeface="+mj-ea"/>
                <a:cs typeface="+mj-cs"/>
              </a:rPr>
              <a:t>Incremental model</a:t>
            </a:r>
            <a:endParaRPr lang="en-US" sz="8800" kern="1200" dirty="0">
              <a:solidFill>
                <a:srgbClr val="FFFFFF"/>
              </a:solidFill>
              <a:latin typeface="+mj-lt"/>
              <a:ea typeface="+mj-ea"/>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1" name="Content Placeholder 2">
            <a:extLst>
              <a:ext uri="{FF2B5EF4-FFF2-40B4-BE49-F238E27FC236}">
                <a16:creationId xmlns:a16="http://schemas.microsoft.com/office/drawing/2014/main" id="{D2BBE8C9-7D85-FD7A-0020-AA330DA362DE}"/>
              </a:ext>
            </a:extLst>
          </p:cNvPr>
          <p:cNvGraphicFramePr>
            <a:graphicFrameLocks noGrp="1"/>
          </p:cNvGraphicFramePr>
          <p:nvPr>
            <p:ph idx="1"/>
            <p:extLst>
              <p:ext uri="{D42A27DB-BD31-4B8C-83A1-F6EECF244321}">
                <p14:modId xmlns:p14="http://schemas.microsoft.com/office/powerpoint/2010/main" val="312362181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AA61EBF1-3837-BBCE-FC4E-4E7F908F8225}"/>
              </a:ext>
            </a:extLst>
          </p:cNvPr>
          <p:cNvGraphicFramePr>
            <a:graphicFrameLocks noGrp="1"/>
          </p:cNvGraphicFramePr>
          <p:nvPr>
            <p:ph idx="1"/>
          </p:nvPr>
        </p:nvGraphicFramePr>
        <p:xfrm>
          <a:off x="1981200" y="533401"/>
          <a:ext cx="8229600" cy="5592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B8B49ED-6693-497D-8823-F50F891E8D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8DCD3BD4-4F32-431E-A9C3-8D2DA60CD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336AAC24-A98C-465E-AFEE-69D698E773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9149158 w 12192000"/>
              <a:gd name="connsiteY0" fmla="*/ 2038490 h 6858000"/>
              <a:gd name="connsiteX1" fmla="*/ 9164184 w 12192000"/>
              <a:gd name="connsiteY1" fmla="*/ 2044026 h 6858000"/>
              <a:gd name="connsiteX2" fmla="*/ 9172532 w 12192000"/>
              <a:gd name="connsiteY2" fmla="*/ 2045543 h 6858000"/>
              <a:gd name="connsiteX3" fmla="*/ 9171580 w 12192000"/>
              <a:gd name="connsiteY3" fmla="*/ 2056997 h 6858000"/>
              <a:gd name="connsiteX4" fmla="*/ 9161257 w 12192000"/>
              <a:gd name="connsiteY4" fmla="*/ 2098605 h 6858000"/>
              <a:gd name="connsiteX5" fmla="*/ 9138232 w 12192000"/>
              <a:gd name="connsiteY5" fmla="*/ 2059518 h 6858000"/>
              <a:gd name="connsiteX6" fmla="*/ 9149158 w 12192000"/>
              <a:gd name="connsiteY6" fmla="*/ 2038490 h 6858000"/>
              <a:gd name="connsiteX7" fmla="*/ 9177606 w 12192000"/>
              <a:gd name="connsiteY7" fmla="*/ 1977215 h 6858000"/>
              <a:gd name="connsiteX8" fmla="*/ 9181592 w 12192000"/>
              <a:gd name="connsiteY8" fmla="*/ 1987782 h 6858000"/>
              <a:gd name="connsiteX9" fmla="*/ 9181923 w 12192000"/>
              <a:gd name="connsiteY9" fmla="*/ 1998627 h 6858000"/>
              <a:gd name="connsiteX10" fmla="*/ 9182316 w 12192000"/>
              <a:gd name="connsiteY10" fmla="*/ 2031066 h 6858000"/>
              <a:gd name="connsiteX11" fmla="*/ 9182278 w 12192000"/>
              <a:gd name="connsiteY11" fmla="*/ 2047313 h 6858000"/>
              <a:gd name="connsiteX12" fmla="*/ 9172532 w 12192000"/>
              <a:gd name="connsiteY12" fmla="*/ 2045543 h 6858000"/>
              <a:gd name="connsiteX13" fmla="*/ 9173842 w 12192000"/>
              <a:gd name="connsiteY13" fmla="*/ 2029805 h 6858000"/>
              <a:gd name="connsiteX14" fmla="*/ 9177334 w 12192000"/>
              <a:gd name="connsiteY14" fmla="*/ 1979903 h 6858000"/>
              <a:gd name="connsiteX15" fmla="*/ 3696300 w 12192000"/>
              <a:gd name="connsiteY15" fmla="*/ 1578900 h 6858000"/>
              <a:gd name="connsiteX16" fmla="*/ 3738823 w 12192000"/>
              <a:gd name="connsiteY16" fmla="*/ 1596298 h 6858000"/>
              <a:gd name="connsiteX17" fmla="*/ 3714409 w 12192000"/>
              <a:gd name="connsiteY17" fmla="*/ 1593618 h 6858000"/>
              <a:gd name="connsiteX18" fmla="*/ 3693161 w 12192000"/>
              <a:gd name="connsiteY18" fmla="*/ 1582501 h 6858000"/>
              <a:gd name="connsiteX19" fmla="*/ 3696300 w 12192000"/>
              <a:gd name="connsiteY19" fmla="*/ 1578900 h 6858000"/>
              <a:gd name="connsiteX20" fmla="*/ 3918454 w 12192000"/>
              <a:gd name="connsiteY20" fmla="*/ 1175387 h 6858000"/>
              <a:gd name="connsiteX21" fmla="*/ 4173607 w 12192000"/>
              <a:gd name="connsiteY21" fmla="*/ 1280040 h 6858000"/>
              <a:gd name="connsiteX22" fmla="*/ 4170135 w 12192000"/>
              <a:gd name="connsiteY22" fmla="*/ 1283683 h 6858000"/>
              <a:gd name="connsiteX23" fmla="*/ 3918454 w 12192000"/>
              <a:gd name="connsiteY23" fmla="*/ 1175387 h 6858000"/>
              <a:gd name="connsiteX24" fmla="*/ 8109090 w 12192000"/>
              <a:gd name="connsiteY24" fmla="*/ 602108 h 6858000"/>
              <a:gd name="connsiteX25" fmla="*/ 8113034 w 12192000"/>
              <a:gd name="connsiteY25" fmla="*/ 602645 h 6858000"/>
              <a:gd name="connsiteX26" fmla="*/ 8111220 w 12192000"/>
              <a:gd name="connsiteY26" fmla="*/ 603405 h 6858000"/>
              <a:gd name="connsiteX27" fmla="*/ 8489536 w 12192000"/>
              <a:gd name="connsiteY27" fmla="*/ 389280 h 6858000"/>
              <a:gd name="connsiteX28" fmla="*/ 8470194 w 12192000"/>
              <a:gd name="connsiteY28" fmla="*/ 397527 h 6858000"/>
              <a:gd name="connsiteX29" fmla="*/ 8373511 w 12192000"/>
              <a:gd name="connsiteY29" fmla="*/ 465608 h 6858000"/>
              <a:gd name="connsiteX30" fmla="*/ 8231753 w 12192000"/>
              <a:gd name="connsiteY30" fmla="*/ 560890 h 6858000"/>
              <a:gd name="connsiteX31" fmla="*/ 8199967 w 12192000"/>
              <a:gd name="connsiteY31" fmla="*/ 553465 h 6858000"/>
              <a:gd name="connsiteX32" fmla="*/ 8175616 w 12192000"/>
              <a:gd name="connsiteY32" fmla="*/ 546483 h 6858000"/>
              <a:gd name="connsiteX33" fmla="*/ 8128578 w 12192000"/>
              <a:gd name="connsiteY33" fmla="*/ 563992 h 6858000"/>
              <a:gd name="connsiteX34" fmla="*/ 8104845 w 12192000"/>
              <a:gd name="connsiteY34" fmla="*/ 593172 h 6858000"/>
              <a:gd name="connsiteX35" fmla="*/ 8105615 w 12192000"/>
              <a:gd name="connsiteY35" fmla="*/ 599991 h 6858000"/>
              <a:gd name="connsiteX36" fmla="*/ 8109090 w 12192000"/>
              <a:gd name="connsiteY36" fmla="*/ 602108 h 6858000"/>
              <a:gd name="connsiteX37" fmla="*/ 8092049 w 12192000"/>
              <a:gd name="connsiteY37" fmla="*/ 599788 h 6858000"/>
              <a:gd name="connsiteX38" fmla="*/ 8047646 w 12192000"/>
              <a:gd name="connsiteY38" fmla="*/ 588557 h 6858000"/>
              <a:gd name="connsiteX39" fmla="*/ 7793637 w 12192000"/>
              <a:gd name="connsiteY39" fmla="*/ 681868 h 6858000"/>
              <a:gd name="connsiteX40" fmla="*/ 6007741 w 12192000"/>
              <a:gd name="connsiteY40" fmla="*/ 1095470 h 6858000"/>
              <a:gd name="connsiteX41" fmla="*/ 5902533 w 12192000"/>
              <a:gd name="connsiteY41" fmla="*/ 1103650 h 6858000"/>
              <a:gd name="connsiteX42" fmla="*/ 5164222 w 12192000"/>
              <a:gd name="connsiteY42" fmla="*/ 1163546 h 6858000"/>
              <a:gd name="connsiteX43" fmla="*/ 4395075 w 12192000"/>
              <a:gd name="connsiteY43" fmla="*/ 1082763 h 6858000"/>
              <a:gd name="connsiteX44" fmla="*/ 3939440 w 12192000"/>
              <a:gd name="connsiteY44" fmla="*/ 891265 h 6858000"/>
              <a:gd name="connsiteX45" fmla="*/ 3747894 w 12192000"/>
              <a:gd name="connsiteY45" fmla="*/ 801994 h 6858000"/>
              <a:gd name="connsiteX46" fmla="*/ 3569553 w 12192000"/>
              <a:gd name="connsiteY46" fmla="*/ 697970 h 6858000"/>
              <a:gd name="connsiteX47" fmla="*/ 3507813 w 12192000"/>
              <a:gd name="connsiteY47" fmla="*/ 680216 h 6858000"/>
              <a:gd name="connsiteX48" fmla="*/ 3490455 w 12192000"/>
              <a:gd name="connsiteY48" fmla="*/ 682587 h 6858000"/>
              <a:gd name="connsiteX49" fmla="*/ 3477246 w 12192000"/>
              <a:gd name="connsiteY49" fmla="*/ 691971 h 6858000"/>
              <a:gd name="connsiteX50" fmla="*/ 3484273 w 12192000"/>
              <a:gd name="connsiteY50" fmla="*/ 701857 h 6858000"/>
              <a:gd name="connsiteX51" fmla="*/ 3495638 w 12192000"/>
              <a:gd name="connsiteY51" fmla="*/ 705849 h 6858000"/>
              <a:gd name="connsiteX52" fmla="*/ 3548914 w 12192000"/>
              <a:gd name="connsiteY52" fmla="*/ 733487 h 6858000"/>
              <a:gd name="connsiteX53" fmla="*/ 3551504 w 12192000"/>
              <a:gd name="connsiteY53" fmla="*/ 753036 h 6858000"/>
              <a:gd name="connsiteX54" fmla="*/ 3562075 w 12192000"/>
              <a:gd name="connsiteY54" fmla="*/ 765715 h 6858000"/>
              <a:gd name="connsiteX55" fmla="*/ 3605942 w 12192000"/>
              <a:gd name="connsiteY55" fmla="*/ 772481 h 6858000"/>
              <a:gd name="connsiteX56" fmla="*/ 3499309 w 12192000"/>
              <a:gd name="connsiteY56" fmla="*/ 737079 h 6858000"/>
              <a:gd name="connsiteX57" fmla="*/ 3473788 w 12192000"/>
              <a:gd name="connsiteY57" fmla="*/ 711717 h 6858000"/>
              <a:gd name="connsiteX58" fmla="*/ 3437248 w 12192000"/>
              <a:gd name="connsiteY58" fmla="*/ 714263 h 6858000"/>
              <a:gd name="connsiteX59" fmla="*/ 3413254 w 12192000"/>
              <a:gd name="connsiteY59" fmla="*/ 712874 h 6858000"/>
              <a:gd name="connsiteX60" fmla="*/ 3362511 w 12192000"/>
              <a:gd name="connsiteY60" fmla="*/ 677414 h 6858000"/>
              <a:gd name="connsiteX61" fmla="*/ 3344467 w 12192000"/>
              <a:gd name="connsiteY61" fmla="*/ 679599 h 6858000"/>
              <a:gd name="connsiteX62" fmla="*/ 3347971 w 12192000"/>
              <a:gd name="connsiteY62" fmla="*/ 692328 h 6858000"/>
              <a:gd name="connsiteX63" fmla="*/ 3363008 w 12192000"/>
              <a:gd name="connsiteY63" fmla="*/ 711713 h 6858000"/>
              <a:gd name="connsiteX64" fmla="*/ 3362637 w 12192000"/>
              <a:gd name="connsiteY64" fmla="*/ 727058 h 6858000"/>
              <a:gd name="connsiteX65" fmla="*/ 3376167 w 12192000"/>
              <a:gd name="connsiteY65" fmla="*/ 759779 h 6858000"/>
              <a:gd name="connsiteX66" fmla="*/ 3406203 w 12192000"/>
              <a:gd name="connsiteY66" fmla="*/ 808483 h 6858000"/>
              <a:gd name="connsiteX67" fmla="*/ 3420116 w 12192000"/>
              <a:gd name="connsiteY67" fmla="*/ 820757 h 6858000"/>
              <a:gd name="connsiteX68" fmla="*/ 3429194 w 12192000"/>
              <a:gd name="connsiteY68" fmla="*/ 825831 h 6858000"/>
              <a:gd name="connsiteX69" fmla="*/ 3619149 w 12192000"/>
              <a:gd name="connsiteY69" fmla="*/ 1006561 h 6858000"/>
              <a:gd name="connsiteX70" fmla="*/ 3818654 w 12192000"/>
              <a:gd name="connsiteY70" fmla="*/ 1120369 h 6858000"/>
              <a:gd name="connsiteX71" fmla="*/ 3824021 w 12192000"/>
              <a:gd name="connsiteY71" fmla="*/ 1125355 h 6858000"/>
              <a:gd name="connsiteX72" fmla="*/ 3736668 w 12192000"/>
              <a:gd name="connsiteY72" fmla="*/ 1107215 h 6858000"/>
              <a:gd name="connsiteX73" fmla="*/ 3540174 w 12192000"/>
              <a:gd name="connsiteY73" fmla="*/ 1014247 h 6858000"/>
              <a:gd name="connsiteX74" fmla="*/ 3421640 w 12192000"/>
              <a:gd name="connsiteY74" fmla="*/ 955861 h 6858000"/>
              <a:gd name="connsiteX75" fmla="*/ 3404753 w 12192000"/>
              <a:gd name="connsiteY75" fmla="*/ 944484 h 6858000"/>
              <a:gd name="connsiteX76" fmla="*/ 3393138 w 12192000"/>
              <a:gd name="connsiteY76" fmla="*/ 941865 h 6858000"/>
              <a:gd name="connsiteX77" fmla="*/ 3385712 w 12192000"/>
              <a:gd name="connsiteY77" fmla="*/ 952159 h 6858000"/>
              <a:gd name="connsiteX78" fmla="*/ 3398641 w 12192000"/>
              <a:gd name="connsiteY78" fmla="*/ 986025 h 6858000"/>
              <a:gd name="connsiteX79" fmla="*/ 3489975 w 12192000"/>
              <a:gd name="connsiteY79" fmla="*/ 1045560 h 6858000"/>
              <a:gd name="connsiteX80" fmla="*/ 3617273 w 12192000"/>
              <a:gd name="connsiteY80" fmla="*/ 1114697 h 6858000"/>
              <a:gd name="connsiteX81" fmla="*/ 3623898 w 12192000"/>
              <a:gd name="connsiteY81" fmla="*/ 1123556 h 6858000"/>
              <a:gd name="connsiteX82" fmla="*/ 3552438 w 12192000"/>
              <a:gd name="connsiteY82" fmla="*/ 1090606 h 6858000"/>
              <a:gd name="connsiteX83" fmla="*/ 3482417 w 12192000"/>
              <a:gd name="connsiteY83" fmla="*/ 1059092 h 6858000"/>
              <a:gd name="connsiteX84" fmla="*/ 3463468 w 12192000"/>
              <a:gd name="connsiteY84" fmla="*/ 1057629 h 6858000"/>
              <a:gd name="connsiteX85" fmla="*/ 3459472 w 12192000"/>
              <a:gd name="connsiteY85" fmla="*/ 1074217 h 6858000"/>
              <a:gd name="connsiteX86" fmla="*/ 3494211 w 12192000"/>
              <a:gd name="connsiteY86" fmla="*/ 1112153 h 6858000"/>
              <a:gd name="connsiteX87" fmla="*/ 3663137 w 12192000"/>
              <a:gd name="connsiteY87" fmla="*/ 1205775 h 6858000"/>
              <a:gd name="connsiteX88" fmla="*/ 3748466 w 12192000"/>
              <a:gd name="connsiteY88" fmla="*/ 1260936 h 6858000"/>
              <a:gd name="connsiteX89" fmla="*/ 3753142 w 12192000"/>
              <a:gd name="connsiteY89" fmla="*/ 1276208 h 6858000"/>
              <a:gd name="connsiteX90" fmla="*/ 3791960 w 12192000"/>
              <a:gd name="connsiteY90" fmla="*/ 1298886 h 6858000"/>
              <a:gd name="connsiteX91" fmla="*/ 3816039 w 12192000"/>
              <a:gd name="connsiteY91" fmla="*/ 1301606 h 6858000"/>
              <a:gd name="connsiteX92" fmla="*/ 4094439 w 12192000"/>
              <a:gd name="connsiteY92" fmla="*/ 1448806 h 6858000"/>
              <a:gd name="connsiteX93" fmla="*/ 4222870 w 12192000"/>
              <a:gd name="connsiteY93" fmla="*/ 1493379 h 6858000"/>
              <a:gd name="connsiteX94" fmla="*/ 4223141 w 12192000"/>
              <a:gd name="connsiteY94" fmla="*/ 1497641 h 6858000"/>
              <a:gd name="connsiteX95" fmla="*/ 4222428 w 12192000"/>
              <a:gd name="connsiteY95" fmla="*/ 1502292 h 6858000"/>
              <a:gd name="connsiteX96" fmla="*/ 4039973 w 12192000"/>
              <a:gd name="connsiteY96" fmla="*/ 1434198 h 6858000"/>
              <a:gd name="connsiteX97" fmla="*/ 3564773 w 12192000"/>
              <a:gd name="connsiteY97" fmla="*/ 1226279 h 6858000"/>
              <a:gd name="connsiteX98" fmla="*/ 3420650 w 12192000"/>
              <a:gd name="connsiteY98" fmla="*/ 1141464 h 6858000"/>
              <a:gd name="connsiteX99" fmla="*/ 3320669 w 12192000"/>
              <a:gd name="connsiteY99" fmla="*/ 1088883 h 6858000"/>
              <a:gd name="connsiteX100" fmla="*/ 3270102 w 12192000"/>
              <a:gd name="connsiteY100" fmla="*/ 1082659 h 6858000"/>
              <a:gd name="connsiteX101" fmla="*/ 3251648 w 12192000"/>
              <a:gd name="connsiteY101" fmla="*/ 1094290 h 6858000"/>
              <a:gd name="connsiteX102" fmla="*/ 3263506 w 12192000"/>
              <a:gd name="connsiteY102" fmla="*/ 1106005 h 6858000"/>
              <a:gd name="connsiteX103" fmla="*/ 3268636 w 12192000"/>
              <a:gd name="connsiteY103" fmla="*/ 1107265 h 6858000"/>
              <a:gd name="connsiteX104" fmla="*/ 3325089 w 12192000"/>
              <a:gd name="connsiteY104" fmla="*/ 1137201 h 6858000"/>
              <a:gd name="connsiteX105" fmla="*/ 3326003 w 12192000"/>
              <a:gd name="connsiteY105" fmla="*/ 1151585 h 6858000"/>
              <a:gd name="connsiteX106" fmla="*/ 3336410 w 12192000"/>
              <a:gd name="connsiteY106" fmla="*/ 1166967 h 6858000"/>
              <a:gd name="connsiteX107" fmla="*/ 3375112 w 12192000"/>
              <a:gd name="connsiteY107" fmla="*/ 1171943 h 6858000"/>
              <a:gd name="connsiteX108" fmla="*/ 3326222 w 12192000"/>
              <a:gd name="connsiteY108" fmla="*/ 1170885 h 6858000"/>
              <a:gd name="connsiteX109" fmla="*/ 3254679 w 12192000"/>
              <a:gd name="connsiteY109" fmla="*/ 1120765 h 6858000"/>
              <a:gd name="connsiteX110" fmla="*/ 3242188 w 12192000"/>
              <a:gd name="connsiteY110" fmla="*/ 1109662 h 6858000"/>
              <a:gd name="connsiteX111" fmla="*/ 3211499 w 12192000"/>
              <a:gd name="connsiteY111" fmla="*/ 1114184 h 6858000"/>
              <a:gd name="connsiteX112" fmla="*/ 3185849 w 12192000"/>
              <a:gd name="connsiteY112" fmla="*/ 1113265 h 6858000"/>
              <a:gd name="connsiteX113" fmla="*/ 3135843 w 12192000"/>
              <a:gd name="connsiteY113" fmla="*/ 1078789 h 6858000"/>
              <a:gd name="connsiteX114" fmla="*/ 3119118 w 12192000"/>
              <a:gd name="connsiteY114" fmla="*/ 1080546 h 6858000"/>
              <a:gd name="connsiteX115" fmla="*/ 3120198 w 12192000"/>
              <a:gd name="connsiteY115" fmla="*/ 1092226 h 6858000"/>
              <a:gd name="connsiteX116" fmla="*/ 3131691 w 12192000"/>
              <a:gd name="connsiteY116" fmla="*/ 1108819 h 6858000"/>
              <a:gd name="connsiteX117" fmla="*/ 3129914 w 12192000"/>
              <a:gd name="connsiteY117" fmla="*/ 1139097 h 6858000"/>
              <a:gd name="connsiteX118" fmla="*/ 3133955 w 12192000"/>
              <a:gd name="connsiteY118" fmla="*/ 1154983 h 6858000"/>
              <a:gd name="connsiteX119" fmla="*/ 3178170 w 12192000"/>
              <a:gd name="connsiteY119" fmla="*/ 1214855 h 6858000"/>
              <a:gd name="connsiteX120" fmla="*/ 3185378 w 12192000"/>
              <a:gd name="connsiteY120" fmla="*/ 1222303 h 6858000"/>
              <a:gd name="connsiteX121" fmla="*/ 3206608 w 12192000"/>
              <a:gd name="connsiteY121" fmla="*/ 1233153 h 6858000"/>
              <a:gd name="connsiteX122" fmla="*/ 3379140 w 12192000"/>
              <a:gd name="connsiteY122" fmla="*/ 1399351 h 6858000"/>
              <a:gd name="connsiteX123" fmla="*/ 3603118 w 12192000"/>
              <a:gd name="connsiteY123" fmla="*/ 1527375 h 6858000"/>
              <a:gd name="connsiteX124" fmla="*/ 3524809 w 12192000"/>
              <a:gd name="connsiteY124" fmla="*/ 1513774 h 6858000"/>
              <a:gd name="connsiteX125" fmla="*/ 3327498 w 12192000"/>
              <a:gd name="connsiteY125" fmla="*/ 1423859 h 6858000"/>
              <a:gd name="connsiteX126" fmla="*/ 3192949 w 12192000"/>
              <a:gd name="connsiteY126" fmla="*/ 1357211 h 6858000"/>
              <a:gd name="connsiteX127" fmla="*/ 3180259 w 12192000"/>
              <a:gd name="connsiteY127" fmla="*/ 1348280 h 6858000"/>
              <a:gd name="connsiteX128" fmla="*/ 3166204 w 12192000"/>
              <a:gd name="connsiteY128" fmla="*/ 1344345 h 6858000"/>
              <a:gd name="connsiteX129" fmla="*/ 3159212 w 12192000"/>
              <a:gd name="connsiteY129" fmla="*/ 1356197 h 6858000"/>
              <a:gd name="connsiteX130" fmla="*/ 3181004 w 12192000"/>
              <a:gd name="connsiteY130" fmla="*/ 1397043 h 6858000"/>
              <a:gd name="connsiteX131" fmla="*/ 3273385 w 12192000"/>
              <a:gd name="connsiteY131" fmla="*/ 1451888 h 6858000"/>
              <a:gd name="connsiteX132" fmla="*/ 3401776 w 12192000"/>
              <a:gd name="connsiteY132" fmla="*/ 1527602 h 6858000"/>
              <a:gd name="connsiteX133" fmla="*/ 3318130 w 12192000"/>
              <a:gd name="connsiteY133" fmla="*/ 1488342 h 6858000"/>
              <a:gd name="connsiteX134" fmla="*/ 3253694 w 12192000"/>
              <a:gd name="connsiteY134" fmla="*/ 1459909 h 6858000"/>
              <a:gd name="connsiteX135" fmla="*/ 3236182 w 12192000"/>
              <a:gd name="connsiteY135" fmla="*/ 1459882 h 6858000"/>
              <a:gd name="connsiteX136" fmla="*/ 3233020 w 12192000"/>
              <a:gd name="connsiteY136" fmla="*/ 1473687 h 6858000"/>
              <a:gd name="connsiteX137" fmla="*/ 3272474 w 12192000"/>
              <a:gd name="connsiteY137" fmla="*/ 1516958 h 6858000"/>
              <a:gd name="connsiteX138" fmla="*/ 3341300 w 12192000"/>
              <a:gd name="connsiteY138" fmla="*/ 1556133 h 6858000"/>
              <a:gd name="connsiteX139" fmla="*/ 3267359 w 12192000"/>
              <a:gd name="connsiteY139" fmla="*/ 1553009 h 6858000"/>
              <a:gd name="connsiteX140" fmla="*/ 3329832 w 12192000"/>
              <a:gd name="connsiteY140" fmla="*/ 1587586 h 6858000"/>
              <a:gd name="connsiteX141" fmla="*/ 3421490 w 12192000"/>
              <a:gd name="connsiteY141" fmla="*/ 1599301 h 6858000"/>
              <a:gd name="connsiteX142" fmla="*/ 3459923 w 12192000"/>
              <a:gd name="connsiteY142" fmla="*/ 1621220 h 6858000"/>
              <a:gd name="connsiteX143" fmla="*/ 3497490 w 12192000"/>
              <a:gd name="connsiteY143" fmla="*/ 1645392 h 6858000"/>
              <a:gd name="connsiteX144" fmla="*/ 3507803 w 12192000"/>
              <a:gd name="connsiteY144" fmla="*/ 1669911 h 6858000"/>
              <a:gd name="connsiteX145" fmla="*/ 3543290 w 12192000"/>
              <a:gd name="connsiteY145" fmla="*/ 1703729 h 6858000"/>
              <a:gd name="connsiteX146" fmla="*/ 3546999 w 12192000"/>
              <a:gd name="connsiteY146" fmla="*/ 1703818 h 6858000"/>
              <a:gd name="connsiteX147" fmla="*/ 3572295 w 12192000"/>
              <a:gd name="connsiteY147" fmla="*/ 1720349 h 6858000"/>
              <a:gd name="connsiteX148" fmla="*/ 3596922 w 12192000"/>
              <a:gd name="connsiteY148" fmla="*/ 1736961 h 6858000"/>
              <a:gd name="connsiteX149" fmla="*/ 3602119 w 12192000"/>
              <a:gd name="connsiteY149" fmla="*/ 1739285 h 6858000"/>
              <a:gd name="connsiteX150" fmla="*/ 3734798 w 12192000"/>
              <a:gd name="connsiteY150" fmla="*/ 1845349 h 6858000"/>
              <a:gd name="connsiteX151" fmla="*/ 3743174 w 12192000"/>
              <a:gd name="connsiteY151" fmla="*/ 1849972 h 6858000"/>
              <a:gd name="connsiteX152" fmla="*/ 3478101 w 12192000"/>
              <a:gd name="connsiteY152" fmla="*/ 1864630 h 6858000"/>
              <a:gd name="connsiteX153" fmla="*/ 3135293 w 12192000"/>
              <a:gd name="connsiteY153" fmla="*/ 1816496 h 6858000"/>
              <a:gd name="connsiteX154" fmla="*/ 3158510 w 12192000"/>
              <a:gd name="connsiteY154" fmla="*/ 1863880 h 6858000"/>
              <a:gd name="connsiteX155" fmla="*/ 3148907 w 12192000"/>
              <a:gd name="connsiteY155" fmla="*/ 1908797 h 6858000"/>
              <a:gd name="connsiteX156" fmla="*/ 3150229 w 12192000"/>
              <a:gd name="connsiteY156" fmla="*/ 2003660 h 6858000"/>
              <a:gd name="connsiteX157" fmla="*/ 3154219 w 12192000"/>
              <a:gd name="connsiteY157" fmla="*/ 2018746 h 6858000"/>
              <a:gd name="connsiteX158" fmla="*/ 3079313 w 12192000"/>
              <a:gd name="connsiteY158" fmla="*/ 2037482 h 6858000"/>
              <a:gd name="connsiteX159" fmla="*/ 3545961 w 12192000"/>
              <a:gd name="connsiteY159" fmla="*/ 2248584 h 6858000"/>
              <a:gd name="connsiteX160" fmla="*/ 3242382 w 12192000"/>
              <a:gd name="connsiteY160" fmla="*/ 2234890 h 6858000"/>
              <a:gd name="connsiteX161" fmla="*/ 3206852 w 12192000"/>
              <a:gd name="connsiteY161" fmla="*/ 2322137 h 6858000"/>
              <a:gd name="connsiteX162" fmla="*/ 3352854 w 12192000"/>
              <a:gd name="connsiteY162" fmla="*/ 2378270 h 6858000"/>
              <a:gd name="connsiteX163" fmla="*/ 3414532 w 12192000"/>
              <a:gd name="connsiteY163" fmla="*/ 2516826 h 6858000"/>
              <a:gd name="connsiteX164" fmla="*/ 3397577 w 12192000"/>
              <a:gd name="connsiteY164" fmla="*/ 2652556 h 6858000"/>
              <a:gd name="connsiteX165" fmla="*/ 3339773 w 12192000"/>
              <a:gd name="connsiteY165" fmla="*/ 2701969 h 6858000"/>
              <a:gd name="connsiteX166" fmla="*/ 3257041 w 12192000"/>
              <a:gd name="connsiteY166" fmla="*/ 2788223 h 6858000"/>
              <a:gd name="connsiteX167" fmla="*/ 3205892 w 12192000"/>
              <a:gd name="connsiteY167" fmla="*/ 2841661 h 6858000"/>
              <a:gd name="connsiteX168" fmla="*/ 3016267 w 12192000"/>
              <a:gd name="connsiteY168" fmla="*/ 2846107 h 6858000"/>
              <a:gd name="connsiteX169" fmla="*/ 3275450 w 12192000"/>
              <a:gd name="connsiteY169" fmla="*/ 2934701 h 6858000"/>
              <a:gd name="connsiteX170" fmla="*/ 3071009 w 12192000"/>
              <a:gd name="connsiteY170" fmla="*/ 2944432 h 6858000"/>
              <a:gd name="connsiteX171" fmla="*/ 3005039 w 12192000"/>
              <a:gd name="connsiteY171" fmla="*/ 2960743 h 6858000"/>
              <a:gd name="connsiteX172" fmla="*/ 3045255 w 12192000"/>
              <a:gd name="connsiteY172" fmla="*/ 2994795 h 6858000"/>
              <a:gd name="connsiteX173" fmla="*/ 3198769 w 12192000"/>
              <a:gd name="connsiteY173" fmla="*/ 3041966 h 6858000"/>
              <a:gd name="connsiteX174" fmla="*/ 3518098 w 12192000"/>
              <a:gd name="connsiteY174" fmla="*/ 3181525 h 6858000"/>
              <a:gd name="connsiteX175" fmla="*/ 3214876 w 12192000"/>
              <a:gd name="connsiteY175" fmla="*/ 3136382 h 6858000"/>
              <a:gd name="connsiteX176" fmla="*/ 3540876 w 12192000"/>
              <a:gd name="connsiteY176" fmla="*/ 3280232 h 6858000"/>
              <a:gd name="connsiteX177" fmla="*/ 3614558 w 12192000"/>
              <a:gd name="connsiteY177" fmla="*/ 3332242 h 6858000"/>
              <a:gd name="connsiteX178" fmla="*/ 3765439 w 12192000"/>
              <a:gd name="connsiteY178" fmla="*/ 3465091 h 6858000"/>
              <a:gd name="connsiteX179" fmla="*/ 3759506 w 12192000"/>
              <a:gd name="connsiteY179" fmla="*/ 3482990 h 6858000"/>
              <a:gd name="connsiteX180" fmla="*/ 3594905 w 12192000"/>
              <a:gd name="connsiteY180" fmla="*/ 3478499 h 6858000"/>
              <a:gd name="connsiteX181" fmla="*/ 3814430 w 12192000"/>
              <a:gd name="connsiteY181" fmla="*/ 3578876 h 6858000"/>
              <a:gd name="connsiteX182" fmla="*/ 4039126 w 12192000"/>
              <a:gd name="connsiteY182" fmla="*/ 3649369 h 6858000"/>
              <a:gd name="connsiteX183" fmla="*/ 3883152 w 12192000"/>
              <a:gd name="connsiteY183" fmla="*/ 3653497 h 6858000"/>
              <a:gd name="connsiteX184" fmla="*/ 3666446 w 12192000"/>
              <a:gd name="connsiteY184" fmla="*/ 3623911 h 6858000"/>
              <a:gd name="connsiteX185" fmla="*/ 3593589 w 12192000"/>
              <a:gd name="connsiteY185" fmla="*/ 3653674 h 6858000"/>
              <a:gd name="connsiteX186" fmla="*/ 3801238 w 12192000"/>
              <a:gd name="connsiteY186" fmla="*/ 3720862 h 6858000"/>
              <a:gd name="connsiteX187" fmla="*/ 3919545 w 12192000"/>
              <a:gd name="connsiteY187" fmla="*/ 3749213 h 6858000"/>
              <a:gd name="connsiteX188" fmla="*/ 3968059 w 12192000"/>
              <a:gd name="connsiteY188" fmla="*/ 3776085 h 6858000"/>
              <a:gd name="connsiteX189" fmla="*/ 4107750 w 12192000"/>
              <a:gd name="connsiteY189" fmla="*/ 3875932 h 6858000"/>
              <a:gd name="connsiteX190" fmla="*/ 4504087 w 12192000"/>
              <a:gd name="connsiteY190" fmla="*/ 3955698 h 6858000"/>
              <a:gd name="connsiteX191" fmla="*/ 5880284 w 12192000"/>
              <a:gd name="connsiteY191" fmla="*/ 3998656 h 6858000"/>
              <a:gd name="connsiteX192" fmla="*/ 8461494 w 12192000"/>
              <a:gd name="connsiteY192" fmla="*/ 3007971 h 6858000"/>
              <a:gd name="connsiteX193" fmla="*/ 8587378 w 12192000"/>
              <a:gd name="connsiteY193" fmla="*/ 2896089 h 6858000"/>
              <a:gd name="connsiteX194" fmla="*/ 8693826 w 12192000"/>
              <a:gd name="connsiteY194" fmla="*/ 2796225 h 6858000"/>
              <a:gd name="connsiteX195" fmla="*/ 8633488 w 12192000"/>
              <a:gd name="connsiteY195" fmla="*/ 2774007 h 6858000"/>
              <a:gd name="connsiteX196" fmla="*/ 8707444 w 12192000"/>
              <a:gd name="connsiteY196" fmla="*/ 2682105 h 6858000"/>
              <a:gd name="connsiteX197" fmla="*/ 8942552 w 12192000"/>
              <a:gd name="connsiteY197" fmla="*/ 2397549 h 6858000"/>
              <a:gd name="connsiteX198" fmla="*/ 9049260 w 12192000"/>
              <a:gd name="connsiteY198" fmla="*/ 2328253 h 6858000"/>
              <a:gd name="connsiteX199" fmla="*/ 9174304 w 12192000"/>
              <a:gd name="connsiteY199" fmla="*/ 2171379 h 6858000"/>
              <a:gd name="connsiteX200" fmla="*/ 9182228 w 12192000"/>
              <a:gd name="connsiteY200" fmla="*/ 2067678 h 6858000"/>
              <a:gd name="connsiteX201" fmla="*/ 9182278 w 12192000"/>
              <a:gd name="connsiteY201" fmla="*/ 2047313 h 6858000"/>
              <a:gd name="connsiteX202" fmla="*/ 9184334 w 12192000"/>
              <a:gd name="connsiteY202" fmla="*/ 2047686 h 6858000"/>
              <a:gd name="connsiteX203" fmla="*/ 9185124 w 12192000"/>
              <a:gd name="connsiteY203" fmla="*/ 1997142 h 6858000"/>
              <a:gd name="connsiteX204" fmla="*/ 9181592 w 12192000"/>
              <a:gd name="connsiteY204" fmla="*/ 1987782 h 6858000"/>
              <a:gd name="connsiteX205" fmla="*/ 9181190 w 12192000"/>
              <a:gd name="connsiteY205" fmla="*/ 1974586 h 6858000"/>
              <a:gd name="connsiteX206" fmla="*/ 9180252 w 12192000"/>
              <a:gd name="connsiteY206" fmla="*/ 1963164 h 6858000"/>
              <a:gd name="connsiteX207" fmla="*/ 9178804 w 12192000"/>
              <a:gd name="connsiteY207" fmla="*/ 1965349 h 6858000"/>
              <a:gd name="connsiteX208" fmla="*/ 9177606 w 12192000"/>
              <a:gd name="connsiteY208" fmla="*/ 1977215 h 6858000"/>
              <a:gd name="connsiteX209" fmla="*/ 9169614 w 12192000"/>
              <a:gd name="connsiteY209" fmla="*/ 1956030 h 6858000"/>
              <a:gd name="connsiteX210" fmla="*/ 9046406 w 12192000"/>
              <a:gd name="connsiteY210" fmla="*/ 1838718 h 6858000"/>
              <a:gd name="connsiteX211" fmla="*/ 8960873 w 12192000"/>
              <a:gd name="connsiteY211" fmla="*/ 1764524 h 6858000"/>
              <a:gd name="connsiteX212" fmla="*/ 8946755 w 12192000"/>
              <a:gd name="connsiteY212" fmla="*/ 1690806 h 6858000"/>
              <a:gd name="connsiteX213" fmla="*/ 8786897 w 12192000"/>
              <a:gd name="connsiteY213" fmla="*/ 1665607 h 6858000"/>
              <a:gd name="connsiteX214" fmla="*/ 8924505 w 12192000"/>
              <a:gd name="connsiteY214" fmla="*/ 1489227 h 6858000"/>
              <a:gd name="connsiteX215" fmla="*/ 8937122 w 12192000"/>
              <a:gd name="connsiteY215" fmla="*/ 1454681 h 6858000"/>
              <a:gd name="connsiteX216" fmla="*/ 8841119 w 12192000"/>
              <a:gd name="connsiteY216" fmla="*/ 1348202 h 6858000"/>
              <a:gd name="connsiteX217" fmla="*/ 8825548 w 12192000"/>
              <a:gd name="connsiteY217" fmla="*/ 1331028 h 6858000"/>
              <a:gd name="connsiteX218" fmla="*/ 8790413 w 12192000"/>
              <a:gd name="connsiteY218" fmla="*/ 1297436 h 6858000"/>
              <a:gd name="connsiteX219" fmla="*/ 8695944 w 12192000"/>
              <a:gd name="connsiteY219" fmla="*/ 1299752 h 6858000"/>
              <a:gd name="connsiteX220" fmla="*/ 8743050 w 12192000"/>
              <a:gd name="connsiteY220" fmla="*/ 1267471 h 6858000"/>
              <a:gd name="connsiteX221" fmla="*/ 8831902 w 12192000"/>
              <a:gd name="connsiteY221" fmla="*/ 1166250 h 6858000"/>
              <a:gd name="connsiteX222" fmla="*/ 8763628 w 12192000"/>
              <a:gd name="connsiteY222" fmla="*/ 1088084 h 6858000"/>
              <a:gd name="connsiteX223" fmla="*/ 8744052 w 12192000"/>
              <a:gd name="connsiteY223" fmla="*/ 1076766 h 6858000"/>
              <a:gd name="connsiteX224" fmla="*/ 8767977 w 12192000"/>
              <a:gd name="connsiteY224" fmla="*/ 1055883 h 6858000"/>
              <a:gd name="connsiteX225" fmla="*/ 8815418 w 12192000"/>
              <a:gd name="connsiteY225" fmla="*/ 986519 h 6858000"/>
              <a:gd name="connsiteX226" fmla="*/ 8839356 w 12192000"/>
              <a:gd name="connsiteY226" fmla="*/ 939330 h 6858000"/>
              <a:gd name="connsiteX227" fmla="*/ 8869964 w 12192000"/>
              <a:gd name="connsiteY227" fmla="*/ 917639 h 6858000"/>
              <a:gd name="connsiteX228" fmla="*/ 8876013 w 12192000"/>
              <a:gd name="connsiteY228" fmla="*/ 901606 h 6858000"/>
              <a:gd name="connsiteX229" fmla="*/ 8855230 w 12192000"/>
              <a:gd name="connsiteY229" fmla="*/ 828963 h 6858000"/>
              <a:gd name="connsiteX230" fmla="*/ 8844988 w 12192000"/>
              <a:gd name="connsiteY230" fmla="*/ 810876 h 6858000"/>
              <a:gd name="connsiteX231" fmla="*/ 8768255 w 12192000"/>
              <a:gd name="connsiteY231" fmla="*/ 747963 h 6858000"/>
              <a:gd name="connsiteX232" fmla="*/ 8692953 w 12192000"/>
              <a:gd name="connsiteY232" fmla="*/ 638707 h 6858000"/>
              <a:gd name="connsiteX233" fmla="*/ 8674423 w 12192000"/>
              <a:gd name="connsiteY233" fmla="*/ 564449 h 6858000"/>
              <a:gd name="connsiteX234" fmla="*/ 8667642 w 12192000"/>
              <a:gd name="connsiteY234" fmla="*/ 547822 h 6858000"/>
              <a:gd name="connsiteX235" fmla="*/ 8661198 w 12192000"/>
              <a:gd name="connsiteY235" fmla="*/ 478275 h 6858000"/>
              <a:gd name="connsiteX236" fmla="*/ 8645813 w 12192000"/>
              <a:gd name="connsiteY236" fmla="*/ 464032 h 6858000"/>
              <a:gd name="connsiteX237" fmla="*/ 8512338 w 12192000"/>
              <a:gd name="connsiteY237" fmla="*/ 477784 h 6858000"/>
              <a:gd name="connsiteX238" fmla="*/ 8481050 w 12192000"/>
              <a:gd name="connsiteY238" fmla="*/ 430572 h 6858000"/>
              <a:gd name="connsiteX239" fmla="*/ 8498220 w 12192000"/>
              <a:gd name="connsiteY239" fmla="*/ 404064 h 6858000"/>
              <a:gd name="connsiteX240" fmla="*/ 8489536 w 12192000"/>
              <a:gd name="connsiteY240" fmla="*/ 389280 h 6858000"/>
              <a:gd name="connsiteX241" fmla="*/ 0 w 12192000"/>
              <a:gd name="connsiteY241" fmla="*/ 0 h 6858000"/>
              <a:gd name="connsiteX242" fmla="*/ 12192000 w 12192000"/>
              <a:gd name="connsiteY242" fmla="*/ 0 h 6858000"/>
              <a:gd name="connsiteX243" fmla="*/ 12192000 w 12192000"/>
              <a:gd name="connsiteY243" fmla="*/ 6858000 h 6858000"/>
              <a:gd name="connsiteX244" fmla="*/ 0 w 12192000"/>
              <a:gd name="connsiteY2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Lst>
            <a:rect l="l" t="t" r="r" b="b"/>
            <a:pathLst>
              <a:path w="12192000" h="6858000">
                <a:moveTo>
                  <a:pt x="9149158" y="2038490"/>
                </a:moveTo>
                <a:cubicBezTo>
                  <a:pt x="9152630" y="2038396"/>
                  <a:pt x="9157442" y="2039945"/>
                  <a:pt x="9164184" y="2044026"/>
                </a:cubicBezTo>
                <a:lnTo>
                  <a:pt x="9172532" y="2045543"/>
                </a:lnTo>
                <a:lnTo>
                  <a:pt x="9171580" y="2056997"/>
                </a:lnTo>
                <a:cubicBezTo>
                  <a:pt x="9169082" y="2082897"/>
                  <a:pt x="9165822" y="2102884"/>
                  <a:pt x="9161257" y="2098605"/>
                </a:cubicBezTo>
                <a:cubicBezTo>
                  <a:pt x="9149066" y="2086928"/>
                  <a:pt x="9130962" y="2077578"/>
                  <a:pt x="9138232" y="2059518"/>
                </a:cubicBezTo>
                <a:cubicBezTo>
                  <a:pt x="9140394" y="2053821"/>
                  <a:pt x="9138743" y="2038771"/>
                  <a:pt x="9149158" y="2038490"/>
                </a:cubicBezTo>
                <a:close/>
                <a:moveTo>
                  <a:pt x="9177606" y="1977215"/>
                </a:moveTo>
                <a:lnTo>
                  <a:pt x="9181592" y="1987782"/>
                </a:lnTo>
                <a:lnTo>
                  <a:pt x="9181923" y="1998627"/>
                </a:lnTo>
                <a:cubicBezTo>
                  <a:pt x="9182120" y="2008276"/>
                  <a:pt x="9182258" y="2019324"/>
                  <a:pt x="9182316" y="2031066"/>
                </a:cubicBezTo>
                <a:lnTo>
                  <a:pt x="9182278" y="2047313"/>
                </a:lnTo>
                <a:lnTo>
                  <a:pt x="9172532" y="2045543"/>
                </a:lnTo>
                <a:lnTo>
                  <a:pt x="9173842" y="2029805"/>
                </a:lnTo>
                <a:cubicBezTo>
                  <a:pt x="9175210" y="2011268"/>
                  <a:pt x="9176320" y="1992822"/>
                  <a:pt x="9177334" y="1979903"/>
                </a:cubicBezTo>
                <a:close/>
                <a:moveTo>
                  <a:pt x="3696300" y="1578900"/>
                </a:moveTo>
                <a:cubicBezTo>
                  <a:pt x="3710474" y="1584699"/>
                  <a:pt x="3724648" y="1590499"/>
                  <a:pt x="3738823" y="1596298"/>
                </a:cubicBezTo>
                <a:cubicBezTo>
                  <a:pt x="3731018" y="1595365"/>
                  <a:pt x="3722545" y="1594511"/>
                  <a:pt x="3714409" y="1593618"/>
                </a:cubicBezTo>
                <a:cubicBezTo>
                  <a:pt x="3707437" y="1589899"/>
                  <a:pt x="3700149" y="1586487"/>
                  <a:pt x="3693161" y="1582501"/>
                </a:cubicBezTo>
                <a:cubicBezTo>
                  <a:pt x="3694096" y="1581313"/>
                  <a:pt x="3695364" y="1580088"/>
                  <a:pt x="3696300" y="1578900"/>
                </a:cubicBezTo>
                <a:close/>
                <a:moveTo>
                  <a:pt x="3918454" y="1175387"/>
                </a:moveTo>
                <a:cubicBezTo>
                  <a:pt x="4003499" y="1210184"/>
                  <a:pt x="4088562" y="1245245"/>
                  <a:pt x="4173607" y="1280040"/>
                </a:cubicBezTo>
                <a:cubicBezTo>
                  <a:pt x="4172338" y="1281268"/>
                  <a:pt x="4171404" y="1282454"/>
                  <a:pt x="4170135" y="1283683"/>
                </a:cubicBezTo>
                <a:cubicBezTo>
                  <a:pt x="4077511" y="1256783"/>
                  <a:pt x="3989628" y="1225016"/>
                  <a:pt x="3918454" y="1175387"/>
                </a:cubicBezTo>
                <a:close/>
                <a:moveTo>
                  <a:pt x="8109090" y="602108"/>
                </a:moveTo>
                <a:lnTo>
                  <a:pt x="8113034" y="602645"/>
                </a:lnTo>
                <a:cubicBezTo>
                  <a:pt x="8117145" y="603257"/>
                  <a:pt x="8117456" y="603522"/>
                  <a:pt x="8111220" y="603405"/>
                </a:cubicBezTo>
                <a:close/>
                <a:moveTo>
                  <a:pt x="8489536" y="389280"/>
                </a:moveTo>
                <a:cubicBezTo>
                  <a:pt x="8479909" y="386150"/>
                  <a:pt x="8475270" y="392618"/>
                  <a:pt x="8470194" y="397527"/>
                </a:cubicBezTo>
                <a:cubicBezTo>
                  <a:pt x="8442581" y="423957"/>
                  <a:pt x="8407160" y="444085"/>
                  <a:pt x="8373511" y="465608"/>
                </a:cubicBezTo>
                <a:cubicBezTo>
                  <a:pt x="8325315" y="496678"/>
                  <a:pt x="8274262" y="525140"/>
                  <a:pt x="8231753" y="560890"/>
                </a:cubicBezTo>
                <a:cubicBezTo>
                  <a:pt x="8220884" y="569991"/>
                  <a:pt x="8202133" y="566357"/>
                  <a:pt x="8199967" y="553465"/>
                </a:cubicBezTo>
                <a:cubicBezTo>
                  <a:pt x="8197799" y="540575"/>
                  <a:pt x="8188778" y="541668"/>
                  <a:pt x="8175616" y="546483"/>
                </a:cubicBezTo>
                <a:cubicBezTo>
                  <a:pt x="8159813" y="552155"/>
                  <a:pt x="8144012" y="557828"/>
                  <a:pt x="8128578" y="563992"/>
                </a:cubicBezTo>
                <a:cubicBezTo>
                  <a:pt x="8112493" y="570503"/>
                  <a:pt x="8105752" y="580983"/>
                  <a:pt x="8104845" y="593172"/>
                </a:cubicBezTo>
                <a:cubicBezTo>
                  <a:pt x="8104654" y="595478"/>
                  <a:pt x="8104732" y="598018"/>
                  <a:pt x="8105615" y="599991"/>
                </a:cubicBezTo>
                <a:lnTo>
                  <a:pt x="8109090" y="602108"/>
                </a:lnTo>
                <a:lnTo>
                  <a:pt x="8092049" y="599788"/>
                </a:lnTo>
                <a:cubicBezTo>
                  <a:pt x="8074125" y="597229"/>
                  <a:pt x="8051995" y="593399"/>
                  <a:pt x="8047646" y="588557"/>
                </a:cubicBezTo>
                <a:cubicBezTo>
                  <a:pt x="8047278" y="588065"/>
                  <a:pt x="7852240" y="650342"/>
                  <a:pt x="7793637" y="681868"/>
                </a:cubicBezTo>
                <a:cubicBezTo>
                  <a:pt x="7757179" y="701583"/>
                  <a:pt x="7034011" y="1031296"/>
                  <a:pt x="6007741" y="1095470"/>
                </a:cubicBezTo>
                <a:cubicBezTo>
                  <a:pt x="5971519" y="1097710"/>
                  <a:pt x="5937353" y="1100506"/>
                  <a:pt x="5902533" y="1103650"/>
                </a:cubicBezTo>
                <a:cubicBezTo>
                  <a:pt x="5594429" y="1129961"/>
                  <a:pt x="5292360" y="1161179"/>
                  <a:pt x="5164222" y="1163546"/>
                </a:cubicBezTo>
                <a:cubicBezTo>
                  <a:pt x="5063988" y="1165217"/>
                  <a:pt x="4549164" y="1138992"/>
                  <a:pt x="4395075" y="1082763"/>
                </a:cubicBezTo>
                <a:cubicBezTo>
                  <a:pt x="4237527" y="1025076"/>
                  <a:pt x="4088158" y="958345"/>
                  <a:pt x="3939440" y="891265"/>
                </a:cubicBezTo>
                <a:cubicBezTo>
                  <a:pt x="3874968" y="862299"/>
                  <a:pt x="3806689" y="837016"/>
                  <a:pt x="3747894" y="801994"/>
                </a:cubicBezTo>
                <a:cubicBezTo>
                  <a:pt x="3689082" y="766706"/>
                  <a:pt x="3632839" y="729495"/>
                  <a:pt x="3569553" y="697970"/>
                </a:cubicBezTo>
                <a:cubicBezTo>
                  <a:pt x="3551464" y="688887"/>
                  <a:pt x="3533327" y="679005"/>
                  <a:pt x="3507813" y="680216"/>
                </a:cubicBezTo>
                <a:cubicBezTo>
                  <a:pt x="3502099" y="680371"/>
                  <a:pt x="3496101" y="681365"/>
                  <a:pt x="3490455" y="682587"/>
                </a:cubicBezTo>
                <a:cubicBezTo>
                  <a:pt x="3484140" y="683888"/>
                  <a:pt x="3479298" y="687159"/>
                  <a:pt x="3477246" y="691971"/>
                </a:cubicBezTo>
                <a:cubicBezTo>
                  <a:pt x="3475230" y="697315"/>
                  <a:pt x="3479426" y="699760"/>
                  <a:pt x="3484273" y="701857"/>
                </a:cubicBezTo>
                <a:cubicBezTo>
                  <a:pt x="3487733" y="703316"/>
                  <a:pt x="3491260" y="705843"/>
                  <a:pt x="3495638" y="705849"/>
                </a:cubicBezTo>
                <a:cubicBezTo>
                  <a:pt x="3523576" y="705686"/>
                  <a:pt x="3534967" y="720681"/>
                  <a:pt x="3548914" y="733487"/>
                </a:cubicBezTo>
                <a:cubicBezTo>
                  <a:pt x="3554984" y="738925"/>
                  <a:pt x="3561304" y="742991"/>
                  <a:pt x="3551504" y="753036"/>
                </a:cubicBezTo>
                <a:cubicBezTo>
                  <a:pt x="3542974" y="761854"/>
                  <a:pt x="3552584" y="764716"/>
                  <a:pt x="3562075" y="765715"/>
                </a:cubicBezTo>
                <a:cubicBezTo>
                  <a:pt x="3575293" y="767067"/>
                  <a:pt x="3590630" y="764672"/>
                  <a:pt x="3605942" y="772481"/>
                </a:cubicBezTo>
                <a:cubicBezTo>
                  <a:pt x="3550860" y="779958"/>
                  <a:pt x="3525860" y="757484"/>
                  <a:pt x="3499309" y="737079"/>
                </a:cubicBezTo>
                <a:cubicBezTo>
                  <a:pt x="3489410" y="729689"/>
                  <a:pt x="3482419" y="720334"/>
                  <a:pt x="3473788" y="711717"/>
                </a:cubicBezTo>
                <a:cubicBezTo>
                  <a:pt x="3463019" y="701211"/>
                  <a:pt x="3451290" y="702093"/>
                  <a:pt x="3437248" y="714263"/>
                </a:cubicBezTo>
                <a:cubicBezTo>
                  <a:pt x="3424810" y="725164"/>
                  <a:pt x="3418411" y="725135"/>
                  <a:pt x="3413254" y="712874"/>
                </a:cubicBezTo>
                <a:cubicBezTo>
                  <a:pt x="3405299" y="693706"/>
                  <a:pt x="3389031" y="681450"/>
                  <a:pt x="3362511" y="677414"/>
                </a:cubicBezTo>
                <a:cubicBezTo>
                  <a:pt x="3356728" y="676504"/>
                  <a:pt x="3349492" y="673891"/>
                  <a:pt x="3344467" y="679599"/>
                </a:cubicBezTo>
                <a:cubicBezTo>
                  <a:pt x="3340061" y="684428"/>
                  <a:pt x="3344392" y="689004"/>
                  <a:pt x="3347971" y="692328"/>
                </a:cubicBezTo>
                <a:cubicBezTo>
                  <a:pt x="3354407" y="698260"/>
                  <a:pt x="3360162" y="704004"/>
                  <a:pt x="3363008" y="711713"/>
                </a:cubicBezTo>
                <a:cubicBezTo>
                  <a:pt x="3365019" y="716838"/>
                  <a:pt x="3367062" y="722495"/>
                  <a:pt x="3362637" y="727058"/>
                </a:cubicBezTo>
                <a:cubicBezTo>
                  <a:pt x="3344342" y="746453"/>
                  <a:pt x="3358884" y="752745"/>
                  <a:pt x="3376167" y="759779"/>
                </a:cubicBezTo>
                <a:cubicBezTo>
                  <a:pt x="3400002" y="769239"/>
                  <a:pt x="3410177" y="786259"/>
                  <a:pt x="3406203" y="808483"/>
                </a:cubicBezTo>
                <a:cubicBezTo>
                  <a:pt x="3404757" y="817516"/>
                  <a:pt x="3406433" y="822682"/>
                  <a:pt x="3420116" y="820757"/>
                </a:cubicBezTo>
                <a:cubicBezTo>
                  <a:pt x="3425463" y="820110"/>
                  <a:pt x="3426984" y="822878"/>
                  <a:pt x="3429194" y="825831"/>
                </a:cubicBezTo>
                <a:cubicBezTo>
                  <a:pt x="3476758" y="896035"/>
                  <a:pt x="3542778" y="954609"/>
                  <a:pt x="3619149" y="1006561"/>
                </a:cubicBezTo>
                <a:cubicBezTo>
                  <a:pt x="3681093" y="1048718"/>
                  <a:pt x="3748746" y="1085351"/>
                  <a:pt x="3818654" y="1120369"/>
                </a:cubicBezTo>
                <a:cubicBezTo>
                  <a:pt x="3820742" y="1121458"/>
                  <a:pt x="3822850" y="1122813"/>
                  <a:pt x="3824021" y="1125355"/>
                </a:cubicBezTo>
                <a:cubicBezTo>
                  <a:pt x="3791940" y="1123873"/>
                  <a:pt x="3763844" y="1116270"/>
                  <a:pt x="3736668" y="1107215"/>
                </a:cubicBezTo>
                <a:cubicBezTo>
                  <a:pt x="3664431" y="1083216"/>
                  <a:pt x="3602610" y="1048291"/>
                  <a:pt x="3540174" y="1014247"/>
                </a:cubicBezTo>
                <a:cubicBezTo>
                  <a:pt x="3502142" y="993353"/>
                  <a:pt x="3463159" y="973379"/>
                  <a:pt x="3421640" y="955861"/>
                </a:cubicBezTo>
                <a:cubicBezTo>
                  <a:pt x="3414719" y="952940"/>
                  <a:pt x="3409737" y="948712"/>
                  <a:pt x="3404753" y="944484"/>
                </a:cubicBezTo>
                <a:cubicBezTo>
                  <a:pt x="3401911" y="942144"/>
                  <a:pt x="3398417" y="940152"/>
                  <a:pt x="3393138" y="941865"/>
                </a:cubicBezTo>
                <a:cubicBezTo>
                  <a:pt x="3386540" y="944006"/>
                  <a:pt x="3386126" y="948083"/>
                  <a:pt x="3385712" y="952159"/>
                </a:cubicBezTo>
                <a:cubicBezTo>
                  <a:pt x="3384520" y="965187"/>
                  <a:pt x="3389594" y="976116"/>
                  <a:pt x="3398641" y="986025"/>
                </a:cubicBezTo>
                <a:cubicBezTo>
                  <a:pt x="3422140" y="1011364"/>
                  <a:pt x="3455589" y="1029056"/>
                  <a:pt x="3489975" y="1045560"/>
                </a:cubicBezTo>
                <a:cubicBezTo>
                  <a:pt x="3534421" y="1066751"/>
                  <a:pt x="3577600" y="1089169"/>
                  <a:pt x="3617273" y="1114697"/>
                </a:cubicBezTo>
                <a:cubicBezTo>
                  <a:pt x="3620082" y="1116503"/>
                  <a:pt x="3625178" y="1117229"/>
                  <a:pt x="3623898" y="1123556"/>
                </a:cubicBezTo>
                <a:cubicBezTo>
                  <a:pt x="3599276" y="1112313"/>
                  <a:pt x="3576007" y="1101173"/>
                  <a:pt x="3552438" y="1090606"/>
                </a:cubicBezTo>
                <a:cubicBezTo>
                  <a:pt x="3529203" y="1079998"/>
                  <a:pt x="3505634" y="1069432"/>
                  <a:pt x="3482417" y="1059092"/>
                </a:cubicBezTo>
                <a:cubicBezTo>
                  <a:pt x="3476868" y="1056543"/>
                  <a:pt x="3470899" y="1052702"/>
                  <a:pt x="3463468" y="1057629"/>
                </a:cubicBezTo>
                <a:cubicBezTo>
                  <a:pt x="3455703" y="1062595"/>
                  <a:pt x="3457128" y="1069134"/>
                  <a:pt x="3459472" y="1074217"/>
                </a:cubicBezTo>
                <a:cubicBezTo>
                  <a:pt x="3466821" y="1089165"/>
                  <a:pt x="3478729" y="1101681"/>
                  <a:pt x="3494211" y="1112153"/>
                </a:cubicBezTo>
                <a:cubicBezTo>
                  <a:pt x="3546907" y="1146573"/>
                  <a:pt x="3606933" y="1174465"/>
                  <a:pt x="3663137" y="1205775"/>
                </a:cubicBezTo>
                <a:cubicBezTo>
                  <a:pt x="3693512" y="1222766"/>
                  <a:pt x="3721631" y="1241370"/>
                  <a:pt x="3748466" y="1260936"/>
                </a:cubicBezTo>
                <a:cubicBezTo>
                  <a:pt x="3754470" y="1265310"/>
                  <a:pt x="3754440" y="1270144"/>
                  <a:pt x="3753142" y="1276208"/>
                </a:cubicBezTo>
                <a:cubicBezTo>
                  <a:pt x="3747968" y="1300726"/>
                  <a:pt x="3758834" y="1307462"/>
                  <a:pt x="3791960" y="1298886"/>
                </a:cubicBezTo>
                <a:cubicBezTo>
                  <a:pt x="3802234" y="1296299"/>
                  <a:pt x="3809336" y="1296782"/>
                  <a:pt x="3816039" y="1301606"/>
                </a:cubicBezTo>
                <a:cubicBezTo>
                  <a:pt x="3897299" y="1361555"/>
                  <a:pt x="3991895" y="1408883"/>
                  <a:pt x="4094439" y="1448806"/>
                </a:cubicBezTo>
                <a:cubicBezTo>
                  <a:pt x="4136210" y="1464953"/>
                  <a:pt x="4179249" y="1479874"/>
                  <a:pt x="4222870" y="1493379"/>
                </a:cubicBezTo>
                <a:cubicBezTo>
                  <a:pt x="4222955" y="1494711"/>
                  <a:pt x="4223057" y="1496309"/>
                  <a:pt x="4223141" y="1497641"/>
                </a:cubicBezTo>
                <a:cubicBezTo>
                  <a:pt x="4222925" y="1499546"/>
                  <a:pt x="4222659" y="1500653"/>
                  <a:pt x="4222428" y="1502292"/>
                </a:cubicBezTo>
                <a:cubicBezTo>
                  <a:pt x="4160784" y="1480767"/>
                  <a:pt x="4099761" y="1458363"/>
                  <a:pt x="4039973" y="1434198"/>
                </a:cubicBezTo>
                <a:cubicBezTo>
                  <a:pt x="3877889" y="1368737"/>
                  <a:pt x="3722432" y="1296301"/>
                  <a:pt x="3564773" y="1226279"/>
                </a:cubicBezTo>
                <a:cubicBezTo>
                  <a:pt x="3511752" y="1202636"/>
                  <a:pt x="3468897" y="1169442"/>
                  <a:pt x="3420650" y="1141464"/>
                </a:cubicBezTo>
                <a:cubicBezTo>
                  <a:pt x="3388486" y="1122812"/>
                  <a:pt x="3357590" y="1102932"/>
                  <a:pt x="3320669" y="1088883"/>
                </a:cubicBezTo>
                <a:cubicBezTo>
                  <a:pt x="3305491" y="1083205"/>
                  <a:pt x="3289697" y="1078406"/>
                  <a:pt x="3270102" y="1082659"/>
                </a:cubicBezTo>
                <a:cubicBezTo>
                  <a:pt x="3262467" y="1084389"/>
                  <a:pt x="3253881" y="1087040"/>
                  <a:pt x="3251648" y="1094290"/>
                </a:cubicBezTo>
                <a:cubicBezTo>
                  <a:pt x="3249750" y="1101498"/>
                  <a:pt x="3256970" y="1103846"/>
                  <a:pt x="3263506" y="1106005"/>
                </a:cubicBezTo>
                <a:cubicBezTo>
                  <a:pt x="3265227" y="1106604"/>
                  <a:pt x="3266966" y="1107467"/>
                  <a:pt x="3268636" y="1107265"/>
                </a:cubicBezTo>
                <a:cubicBezTo>
                  <a:pt x="3300482" y="1105018"/>
                  <a:pt x="3309121" y="1124372"/>
                  <a:pt x="3325089" y="1137201"/>
                </a:cubicBezTo>
                <a:cubicBezTo>
                  <a:pt x="3330055" y="1141164"/>
                  <a:pt x="3330677" y="1145651"/>
                  <a:pt x="3326003" y="1151585"/>
                </a:cubicBezTo>
                <a:cubicBezTo>
                  <a:pt x="3317592" y="1162266"/>
                  <a:pt x="3324211" y="1165760"/>
                  <a:pt x="3336410" y="1166967"/>
                </a:cubicBezTo>
                <a:cubicBezTo>
                  <a:pt x="3348608" y="1168175"/>
                  <a:pt x="3361690" y="1167395"/>
                  <a:pt x="3375112" y="1171943"/>
                </a:cubicBezTo>
                <a:cubicBezTo>
                  <a:pt x="3354718" y="1179513"/>
                  <a:pt x="3340011" y="1175927"/>
                  <a:pt x="3326222" y="1170885"/>
                </a:cubicBezTo>
                <a:cubicBezTo>
                  <a:pt x="3295216" y="1159877"/>
                  <a:pt x="3274464" y="1140648"/>
                  <a:pt x="3254679" y="1120765"/>
                </a:cubicBezTo>
                <a:cubicBezTo>
                  <a:pt x="3250733" y="1116948"/>
                  <a:pt x="3247420" y="1112518"/>
                  <a:pt x="3242188" y="1109662"/>
                </a:cubicBezTo>
                <a:cubicBezTo>
                  <a:pt x="3232391" y="1103869"/>
                  <a:pt x="3222316" y="1104284"/>
                  <a:pt x="3211499" y="1114184"/>
                </a:cubicBezTo>
                <a:cubicBezTo>
                  <a:pt x="3197173" y="1127194"/>
                  <a:pt x="3191777" y="1127042"/>
                  <a:pt x="3185849" y="1113265"/>
                </a:cubicBezTo>
                <a:cubicBezTo>
                  <a:pt x="3177929" y="1094629"/>
                  <a:pt x="3162028" y="1082865"/>
                  <a:pt x="3135843" y="1078789"/>
                </a:cubicBezTo>
                <a:cubicBezTo>
                  <a:pt x="3130396" y="1077837"/>
                  <a:pt x="3124578" y="1076395"/>
                  <a:pt x="3119118" y="1080546"/>
                </a:cubicBezTo>
                <a:cubicBezTo>
                  <a:pt x="3113359" y="1085269"/>
                  <a:pt x="3117622" y="1088780"/>
                  <a:pt x="3120198" y="1092226"/>
                </a:cubicBezTo>
                <a:cubicBezTo>
                  <a:pt x="3123912" y="1097682"/>
                  <a:pt x="3128295" y="1103057"/>
                  <a:pt x="3131691" y="1108819"/>
                </a:cubicBezTo>
                <a:cubicBezTo>
                  <a:pt x="3137665" y="1118027"/>
                  <a:pt x="3139328" y="1128295"/>
                  <a:pt x="3129914" y="1139097"/>
                </a:cubicBezTo>
                <a:cubicBezTo>
                  <a:pt x="3123003" y="1146915"/>
                  <a:pt x="3123960" y="1151361"/>
                  <a:pt x="3133955" y="1154983"/>
                </a:cubicBezTo>
                <a:cubicBezTo>
                  <a:pt x="3165979" y="1166136"/>
                  <a:pt x="3186931" y="1183194"/>
                  <a:pt x="3178170" y="1214855"/>
                </a:cubicBezTo>
                <a:cubicBezTo>
                  <a:pt x="3176770" y="1219320"/>
                  <a:pt x="3179046" y="1223338"/>
                  <a:pt x="3185378" y="1222303"/>
                </a:cubicBezTo>
                <a:cubicBezTo>
                  <a:pt x="3199361" y="1219805"/>
                  <a:pt x="3202140" y="1226447"/>
                  <a:pt x="3206608" y="1233153"/>
                </a:cubicBezTo>
                <a:cubicBezTo>
                  <a:pt x="3250090" y="1297409"/>
                  <a:pt x="3310389" y="1350771"/>
                  <a:pt x="3379140" y="1399351"/>
                </a:cubicBezTo>
                <a:cubicBezTo>
                  <a:pt x="3447189" y="1447479"/>
                  <a:pt x="3522881" y="1488775"/>
                  <a:pt x="3603118" y="1527375"/>
                </a:cubicBezTo>
                <a:cubicBezTo>
                  <a:pt x="3581296" y="1528405"/>
                  <a:pt x="3552602" y="1521951"/>
                  <a:pt x="3524809" y="1513774"/>
                </a:cubicBezTo>
                <a:cubicBezTo>
                  <a:pt x="3451354" y="1491802"/>
                  <a:pt x="3389901" y="1457369"/>
                  <a:pt x="3327498" y="1423859"/>
                </a:cubicBezTo>
                <a:cubicBezTo>
                  <a:pt x="3283917" y="1400416"/>
                  <a:pt x="3241288" y="1376052"/>
                  <a:pt x="3192949" y="1357211"/>
                </a:cubicBezTo>
                <a:cubicBezTo>
                  <a:pt x="3187434" y="1355196"/>
                  <a:pt x="3183538" y="1352177"/>
                  <a:pt x="3180259" y="1348280"/>
                </a:cubicBezTo>
                <a:cubicBezTo>
                  <a:pt x="3177348" y="1344874"/>
                  <a:pt x="3173119" y="1341896"/>
                  <a:pt x="3166204" y="1344345"/>
                </a:cubicBezTo>
                <a:cubicBezTo>
                  <a:pt x="3159306" y="1347059"/>
                  <a:pt x="3158942" y="1351935"/>
                  <a:pt x="3159212" y="1356197"/>
                </a:cubicBezTo>
                <a:cubicBezTo>
                  <a:pt x="3161232" y="1372059"/>
                  <a:pt x="3167827" y="1385754"/>
                  <a:pt x="3181004" y="1397043"/>
                </a:cubicBezTo>
                <a:cubicBezTo>
                  <a:pt x="3206688" y="1419701"/>
                  <a:pt x="3240037" y="1435794"/>
                  <a:pt x="3273385" y="1451888"/>
                </a:cubicBezTo>
                <a:cubicBezTo>
                  <a:pt x="3319573" y="1473941"/>
                  <a:pt x="3362569" y="1498797"/>
                  <a:pt x="3401776" y="1527602"/>
                </a:cubicBezTo>
                <a:cubicBezTo>
                  <a:pt x="3374012" y="1514591"/>
                  <a:pt x="3346230" y="1501313"/>
                  <a:pt x="3318130" y="1488342"/>
                </a:cubicBezTo>
                <a:cubicBezTo>
                  <a:pt x="3296969" y="1478558"/>
                  <a:pt x="3275173" y="1469387"/>
                  <a:pt x="3253694" y="1459909"/>
                </a:cubicBezTo>
                <a:cubicBezTo>
                  <a:pt x="3248495" y="1457587"/>
                  <a:pt x="3242945" y="1455038"/>
                  <a:pt x="3236182" y="1459882"/>
                </a:cubicBezTo>
                <a:cubicBezTo>
                  <a:pt x="3230053" y="1464115"/>
                  <a:pt x="3231378" y="1469055"/>
                  <a:pt x="3233020" y="1473687"/>
                </a:cubicBezTo>
                <a:cubicBezTo>
                  <a:pt x="3239235" y="1491993"/>
                  <a:pt x="3254236" y="1505477"/>
                  <a:pt x="3272474" y="1516958"/>
                </a:cubicBezTo>
                <a:cubicBezTo>
                  <a:pt x="3294559" y="1530657"/>
                  <a:pt x="3317595" y="1543436"/>
                  <a:pt x="3341300" y="1556133"/>
                </a:cubicBezTo>
                <a:cubicBezTo>
                  <a:pt x="3316637" y="1554825"/>
                  <a:pt x="3291973" y="1553517"/>
                  <a:pt x="3267359" y="1553009"/>
                </a:cubicBezTo>
                <a:cubicBezTo>
                  <a:pt x="3280352" y="1582573"/>
                  <a:pt x="3306470" y="1585584"/>
                  <a:pt x="3329832" y="1587586"/>
                </a:cubicBezTo>
                <a:cubicBezTo>
                  <a:pt x="3361297" y="1589949"/>
                  <a:pt x="3391527" y="1594072"/>
                  <a:pt x="3421490" y="1599301"/>
                </a:cubicBezTo>
                <a:cubicBezTo>
                  <a:pt x="3434412" y="1606594"/>
                  <a:pt x="3447319" y="1613621"/>
                  <a:pt x="3459923" y="1621220"/>
                </a:cubicBezTo>
                <a:cubicBezTo>
                  <a:pt x="3472880" y="1629046"/>
                  <a:pt x="3485168" y="1636952"/>
                  <a:pt x="3497490" y="1645392"/>
                </a:cubicBezTo>
                <a:cubicBezTo>
                  <a:pt x="3506301" y="1651572"/>
                  <a:pt x="3516714" y="1656484"/>
                  <a:pt x="3507803" y="1669911"/>
                </a:cubicBezTo>
                <a:cubicBezTo>
                  <a:pt x="3503816" y="1676032"/>
                  <a:pt x="3534148" y="1702959"/>
                  <a:pt x="3543290" y="1703729"/>
                </a:cubicBezTo>
                <a:cubicBezTo>
                  <a:pt x="3544644" y="1703834"/>
                  <a:pt x="3545996" y="1703940"/>
                  <a:pt x="3546999" y="1703818"/>
                </a:cubicBezTo>
                <a:cubicBezTo>
                  <a:pt x="3566312" y="1700405"/>
                  <a:pt x="3571232" y="1708935"/>
                  <a:pt x="3572295" y="1720349"/>
                </a:cubicBezTo>
                <a:cubicBezTo>
                  <a:pt x="3573341" y="1731497"/>
                  <a:pt x="3570880" y="1745753"/>
                  <a:pt x="3596922" y="1736961"/>
                </a:cubicBezTo>
                <a:cubicBezTo>
                  <a:pt x="3599895" y="1736064"/>
                  <a:pt x="3600664" y="1737582"/>
                  <a:pt x="3602119" y="1739285"/>
                </a:cubicBezTo>
                <a:cubicBezTo>
                  <a:pt x="3633888" y="1783486"/>
                  <a:pt x="3684678" y="1814377"/>
                  <a:pt x="3734798" y="1845349"/>
                </a:cubicBezTo>
                <a:cubicBezTo>
                  <a:pt x="3737590" y="1846890"/>
                  <a:pt x="3740383" y="1848430"/>
                  <a:pt x="3743174" y="1849972"/>
                </a:cubicBezTo>
                <a:cubicBezTo>
                  <a:pt x="3692460" y="1846720"/>
                  <a:pt x="3526297" y="1854765"/>
                  <a:pt x="3478101" y="1864630"/>
                </a:cubicBezTo>
                <a:cubicBezTo>
                  <a:pt x="3435216" y="1873314"/>
                  <a:pt x="3187933" y="1844748"/>
                  <a:pt x="3135293" y="1816496"/>
                </a:cubicBezTo>
                <a:cubicBezTo>
                  <a:pt x="3129987" y="1844249"/>
                  <a:pt x="3145700" y="1853084"/>
                  <a:pt x="3158510" y="1863880"/>
                </a:cubicBezTo>
                <a:cubicBezTo>
                  <a:pt x="3176652" y="1879130"/>
                  <a:pt x="3180104" y="1891061"/>
                  <a:pt x="3148907" y="1908797"/>
                </a:cubicBezTo>
                <a:cubicBezTo>
                  <a:pt x="3059526" y="1959351"/>
                  <a:pt x="3060614" y="1960561"/>
                  <a:pt x="3150229" y="2003660"/>
                </a:cubicBezTo>
                <a:cubicBezTo>
                  <a:pt x="3154391" y="2005572"/>
                  <a:pt x="3152878" y="2013539"/>
                  <a:pt x="3154219" y="2018746"/>
                </a:cubicBezTo>
                <a:cubicBezTo>
                  <a:pt x="3132340" y="2029448"/>
                  <a:pt x="3104621" y="2011868"/>
                  <a:pt x="3079313" y="2037482"/>
                </a:cubicBezTo>
                <a:cubicBezTo>
                  <a:pt x="3200844" y="2121812"/>
                  <a:pt x="3382216" y="2194063"/>
                  <a:pt x="3545961" y="2248584"/>
                </a:cubicBezTo>
                <a:cubicBezTo>
                  <a:pt x="3418859" y="2288406"/>
                  <a:pt x="3336249" y="2212515"/>
                  <a:pt x="3242382" y="2234890"/>
                </a:cubicBezTo>
                <a:cubicBezTo>
                  <a:pt x="3196963" y="2267233"/>
                  <a:pt x="3340047" y="2293389"/>
                  <a:pt x="3206852" y="2322137"/>
                </a:cubicBezTo>
                <a:cubicBezTo>
                  <a:pt x="3266485" y="2338535"/>
                  <a:pt x="3311047" y="2356223"/>
                  <a:pt x="3352854" y="2378270"/>
                </a:cubicBezTo>
                <a:cubicBezTo>
                  <a:pt x="3427094" y="2417864"/>
                  <a:pt x="3443161" y="2448130"/>
                  <a:pt x="3414532" y="2516826"/>
                </a:cubicBezTo>
                <a:cubicBezTo>
                  <a:pt x="3395525" y="2562076"/>
                  <a:pt x="3366606" y="2605038"/>
                  <a:pt x="3397577" y="2652556"/>
                </a:cubicBezTo>
                <a:cubicBezTo>
                  <a:pt x="3418842" y="2685144"/>
                  <a:pt x="3412947" y="2708944"/>
                  <a:pt x="3339773" y="2701969"/>
                </a:cubicBezTo>
                <a:cubicBezTo>
                  <a:pt x="3260852" y="2694617"/>
                  <a:pt x="3233446" y="2729610"/>
                  <a:pt x="3257041" y="2788223"/>
                </a:cubicBezTo>
                <a:cubicBezTo>
                  <a:pt x="3272229" y="2825841"/>
                  <a:pt x="3259642" y="2839714"/>
                  <a:pt x="3205892" y="2841661"/>
                </a:cubicBezTo>
                <a:cubicBezTo>
                  <a:pt x="3146428" y="2843763"/>
                  <a:pt x="3088665" y="2824990"/>
                  <a:pt x="3016267" y="2846107"/>
                </a:cubicBezTo>
                <a:cubicBezTo>
                  <a:pt x="3079284" y="2910414"/>
                  <a:pt x="3202965" y="2875032"/>
                  <a:pt x="3275450" y="2934701"/>
                </a:cubicBezTo>
                <a:cubicBezTo>
                  <a:pt x="3194271" y="2944802"/>
                  <a:pt x="3132104" y="2952064"/>
                  <a:pt x="3071009" y="2944432"/>
                </a:cubicBezTo>
                <a:cubicBezTo>
                  <a:pt x="3045559" y="2941340"/>
                  <a:pt x="3017770" y="2938533"/>
                  <a:pt x="3005039" y="2960743"/>
                </a:cubicBezTo>
                <a:cubicBezTo>
                  <a:pt x="2989910" y="2987540"/>
                  <a:pt x="3024584" y="2992735"/>
                  <a:pt x="3045255" y="2994795"/>
                </a:cubicBezTo>
                <a:cubicBezTo>
                  <a:pt x="3103524" y="3000354"/>
                  <a:pt x="3149512" y="3024578"/>
                  <a:pt x="3198769" y="3041966"/>
                </a:cubicBezTo>
                <a:cubicBezTo>
                  <a:pt x="3306591" y="3080177"/>
                  <a:pt x="3424230" y="3108608"/>
                  <a:pt x="3518098" y="3181525"/>
                </a:cubicBezTo>
                <a:cubicBezTo>
                  <a:pt x="3405474" y="3173693"/>
                  <a:pt x="3319103" y="3133957"/>
                  <a:pt x="3214876" y="3136382"/>
                </a:cubicBezTo>
                <a:cubicBezTo>
                  <a:pt x="3309623" y="3201944"/>
                  <a:pt x="3428070" y="3237794"/>
                  <a:pt x="3540876" y="3280232"/>
                </a:cubicBezTo>
                <a:cubicBezTo>
                  <a:pt x="3572951" y="3292185"/>
                  <a:pt x="3605372" y="3298995"/>
                  <a:pt x="3614558" y="3332242"/>
                </a:cubicBezTo>
                <a:cubicBezTo>
                  <a:pt x="3632460" y="3396643"/>
                  <a:pt x="3676382" y="3446619"/>
                  <a:pt x="3765439" y="3465091"/>
                </a:cubicBezTo>
                <a:cubicBezTo>
                  <a:pt x="3766125" y="3465276"/>
                  <a:pt x="3762072" y="3475699"/>
                  <a:pt x="3759506" y="3482990"/>
                </a:cubicBezTo>
                <a:cubicBezTo>
                  <a:pt x="3706514" y="3491555"/>
                  <a:pt x="3662256" y="3457457"/>
                  <a:pt x="3594905" y="3478499"/>
                </a:cubicBezTo>
                <a:cubicBezTo>
                  <a:pt x="3663098" y="3523656"/>
                  <a:pt x="3720597" y="3564741"/>
                  <a:pt x="3814430" y="3578876"/>
                </a:cubicBezTo>
                <a:cubicBezTo>
                  <a:pt x="3889563" y="3590177"/>
                  <a:pt x="3981512" y="3590582"/>
                  <a:pt x="4039126" y="3649369"/>
                </a:cubicBezTo>
                <a:cubicBezTo>
                  <a:pt x="3977790" y="3669682"/>
                  <a:pt x="3930328" y="3659325"/>
                  <a:pt x="3883152" y="3653497"/>
                </a:cubicBezTo>
                <a:cubicBezTo>
                  <a:pt x="3810528" y="3644576"/>
                  <a:pt x="3739087" y="3633097"/>
                  <a:pt x="3666446" y="3623911"/>
                </a:cubicBezTo>
                <a:cubicBezTo>
                  <a:pt x="3638957" y="3620530"/>
                  <a:pt x="3608896" y="3619071"/>
                  <a:pt x="3593589" y="3653674"/>
                </a:cubicBezTo>
                <a:cubicBezTo>
                  <a:pt x="3684581" y="3649631"/>
                  <a:pt x="3741824" y="3686720"/>
                  <a:pt x="3801238" y="3720862"/>
                </a:cubicBezTo>
                <a:cubicBezTo>
                  <a:pt x="3834791" y="3740152"/>
                  <a:pt x="3862819" y="3767894"/>
                  <a:pt x="3919545" y="3749213"/>
                </a:cubicBezTo>
                <a:cubicBezTo>
                  <a:pt x="3949563" y="3739403"/>
                  <a:pt x="3970044" y="3754371"/>
                  <a:pt x="3968059" y="3776085"/>
                </a:cubicBezTo>
                <a:cubicBezTo>
                  <a:pt x="3961477" y="3852579"/>
                  <a:pt x="4033657" y="3870411"/>
                  <a:pt x="4107750" y="3875932"/>
                </a:cubicBezTo>
                <a:cubicBezTo>
                  <a:pt x="4247829" y="3886613"/>
                  <a:pt x="4367192" y="3936847"/>
                  <a:pt x="4504087" y="3955698"/>
                </a:cubicBezTo>
                <a:cubicBezTo>
                  <a:pt x="4637239" y="3973931"/>
                  <a:pt x="5630348" y="4013091"/>
                  <a:pt x="5880284" y="3998656"/>
                </a:cubicBezTo>
                <a:cubicBezTo>
                  <a:pt x="7409751" y="3910310"/>
                  <a:pt x="8457142" y="3018967"/>
                  <a:pt x="8461494" y="3007971"/>
                </a:cubicBezTo>
                <a:cubicBezTo>
                  <a:pt x="8481448" y="2956432"/>
                  <a:pt x="8537247" y="2928466"/>
                  <a:pt x="8587378" y="2896089"/>
                </a:cubicBezTo>
                <a:cubicBezTo>
                  <a:pt x="8631032" y="2867717"/>
                  <a:pt x="8677604" y="2837649"/>
                  <a:pt x="8693826" y="2796225"/>
                </a:cubicBezTo>
                <a:cubicBezTo>
                  <a:pt x="8715249" y="2741288"/>
                  <a:pt x="8647790" y="2792407"/>
                  <a:pt x="8633488" y="2774007"/>
                </a:cubicBezTo>
                <a:cubicBezTo>
                  <a:pt x="8658507" y="2743865"/>
                  <a:pt x="8698366" y="2714075"/>
                  <a:pt x="8707444" y="2682105"/>
                </a:cubicBezTo>
                <a:cubicBezTo>
                  <a:pt x="8739824" y="2566518"/>
                  <a:pt x="8819561" y="2475526"/>
                  <a:pt x="8942552" y="2397549"/>
                </a:cubicBezTo>
                <a:cubicBezTo>
                  <a:pt x="8977822" y="2375023"/>
                  <a:pt x="8999812" y="2339612"/>
                  <a:pt x="9049260" y="2328253"/>
                </a:cubicBezTo>
                <a:cubicBezTo>
                  <a:pt x="9159134" y="2303404"/>
                  <a:pt x="9118356" y="2218151"/>
                  <a:pt x="9174304" y="2171379"/>
                </a:cubicBezTo>
                <a:cubicBezTo>
                  <a:pt x="9179581" y="2166982"/>
                  <a:pt x="9181728" y="2117398"/>
                  <a:pt x="9182228" y="2067678"/>
                </a:cubicBezTo>
                <a:lnTo>
                  <a:pt x="9182278" y="2047313"/>
                </a:lnTo>
                <a:lnTo>
                  <a:pt x="9184334" y="2047686"/>
                </a:lnTo>
                <a:cubicBezTo>
                  <a:pt x="9192950" y="2042242"/>
                  <a:pt x="9192359" y="2022485"/>
                  <a:pt x="9185124" y="1997142"/>
                </a:cubicBezTo>
                <a:lnTo>
                  <a:pt x="9181592" y="1987782"/>
                </a:lnTo>
                <a:lnTo>
                  <a:pt x="9181190" y="1974586"/>
                </a:lnTo>
                <a:cubicBezTo>
                  <a:pt x="9180902" y="1968441"/>
                  <a:pt x="9180584" y="1964399"/>
                  <a:pt x="9180252" y="1963164"/>
                </a:cubicBezTo>
                <a:cubicBezTo>
                  <a:pt x="9179760" y="1961378"/>
                  <a:pt x="9179284" y="1962333"/>
                  <a:pt x="9178804" y="1965349"/>
                </a:cubicBezTo>
                <a:lnTo>
                  <a:pt x="9177606" y="1977215"/>
                </a:lnTo>
                <a:lnTo>
                  <a:pt x="9169614" y="1956030"/>
                </a:lnTo>
                <a:cubicBezTo>
                  <a:pt x="9143144" y="1898537"/>
                  <a:pt x="9095234" y="1836160"/>
                  <a:pt x="9046406" y="1838718"/>
                </a:cubicBezTo>
                <a:cubicBezTo>
                  <a:pt x="9077129" y="1760642"/>
                  <a:pt x="9077129" y="1760642"/>
                  <a:pt x="8960873" y="1764524"/>
                </a:cubicBezTo>
                <a:cubicBezTo>
                  <a:pt x="9002330" y="1712259"/>
                  <a:pt x="9001568" y="1700272"/>
                  <a:pt x="8946755" y="1690806"/>
                </a:cubicBezTo>
                <a:cubicBezTo>
                  <a:pt x="8893980" y="1681628"/>
                  <a:pt x="8836186" y="1683529"/>
                  <a:pt x="8786897" y="1665607"/>
                </a:cubicBezTo>
                <a:cubicBezTo>
                  <a:pt x="8827191" y="1600331"/>
                  <a:pt x="8835148" y="1529576"/>
                  <a:pt x="8924505" y="1489227"/>
                </a:cubicBezTo>
                <a:cubicBezTo>
                  <a:pt x="8938584" y="1482958"/>
                  <a:pt x="8947122" y="1463671"/>
                  <a:pt x="8937122" y="1454681"/>
                </a:cubicBezTo>
                <a:cubicBezTo>
                  <a:pt x="8901654" y="1421129"/>
                  <a:pt x="8944526" y="1343460"/>
                  <a:pt x="8841119" y="1348202"/>
                </a:cubicBezTo>
                <a:cubicBezTo>
                  <a:pt x="8828354" y="1348673"/>
                  <a:pt x="8816185" y="1342631"/>
                  <a:pt x="8825548" y="1331028"/>
                </a:cubicBezTo>
                <a:cubicBezTo>
                  <a:pt x="8857711" y="1291432"/>
                  <a:pt x="8816096" y="1298887"/>
                  <a:pt x="8790413" y="1297436"/>
                </a:cubicBezTo>
                <a:cubicBezTo>
                  <a:pt x="8759333" y="1295832"/>
                  <a:pt x="8725565" y="1315490"/>
                  <a:pt x="8695944" y="1299752"/>
                </a:cubicBezTo>
                <a:cubicBezTo>
                  <a:pt x="8701338" y="1278697"/>
                  <a:pt x="8726082" y="1275968"/>
                  <a:pt x="8743050" y="1267471"/>
                </a:cubicBezTo>
                <a:cubicBezTo>
                  <a:pt x="8792636" y="1242406"/>
                  <a:pt x="8832648" y="1215014"/>
                  <a:pt x="8831902" y="1166250"/>
                </a:cubicBezTo>
                <a:cubicBezTo>
                  <a:pt x="8831416" y="1126849"/>
                  <a:pt x="8834560" y="1091573"/>
                  <a:pt x="8763628" y="1088084"/>
                </a:cubicBezTo>
                <a:cubicBezTo>
                  <a:pt x="8752484" y="1087556"/>
                  <a:pt x="8746480" y="1083182"/>
                  <a:pt x="8744052" y="1076766"/>
                </a:cubicBezTo>
                <a:cubicBezTo>
                  <a:pt x="8751664" y="1069402"/>
                  <a:pt x="8758926" y="1061811"/>
                  <a:pt x="8767977" y="1055883"/>
                </a:cubicBezTo>
                <a:cubicBezTo>
                  <a:pt x="8798386" y="1036363"/>
                  <a:pt x="8807604" y="1011893"/>
                  <a:pt x="8815418" y="986519"/>
                </a:cubicBezTo>
                <a:cubicBezTo>
                  <a:pt x="8820450" y="970342"/>
                  <a:pt x="8826500" y="954308"/>
                  <a:pt x="8839356" y="939330"/>
                </a:cubicBezTo>
                <a:cubicBezTo>
                  <a:pt x="8847184" y="930060"/>
                  <a:pt x="8857152" y="922680"/>
                  <a:pt x="8869964" y="917639"/>
                </a:cubicBezTo>
                <a:cubicBezTo>
                  <a:pt x="8881119" y="913066"/>
                  <a:pt x="8884190" y="908399"/>
                  <a:pt x="8876013" y="901606"/>
                </a:cubicBezTo>
                <a:cubicBezTo>
                  <a:pt x="8852888" y="882126"/>
                  <a:pt x="8842659" y="858937"/>
                  <a:pt x="8855230" y="828963"/>
                </a:cubicBezTo>
                <a:cubicBezTo>
                  <a:pt x="8859032" y="819911"/>
                  <a:pt x="8855550" y="812818"/>
                  <a:pt x="8844988" y="810876"/>
                </a:cubicBezTo>
                <a:cubicBezTo>
                  <a:pt x="8801020" y="802512"/>
                  <a:pt x="8788328" y="772374"/>
                  <a:pt x="8768255" y="747963"/>
                </a:cubicBezTo>
                <a:cubicBezTo>
                  <a:pt x="8739786" y="713294"/>
                  <a:pt x="8713605" y="677543"/>
                  <a:pt x="8692953" y="638707"/>
                </a:cubicBezTo>
                <a:cubicBezTo>
                  <a:pt x="8680700" y="615495"/>
                  <a:pt x="8668800" y="592509"/>
                  <a:pt x="8674423" y="564449"/>
                </a:cubicBezTo>
                <a:cubicBezTo>
                  <a:pt x="8675670" y="557588"/>
                  <a:pt x="8672308" y="552358"/>
                  <a:pt x="8667642" y="547822"/>
                </a:cubicBezTo>
                <a:cubicBezTo>
                  <a:pt x="8647856" y="527939"/>
                  <a:pt x="8648704" y="504214"/>
                  <a:pt x="8661198" y="478275"/>
                </a:cubicBezTo>
                <a:cubicBezTo>
                  <a:pt x="8668953" y="462573"/>
                  <a:pt x="8667832" y="460828"/>
                  <a:pt x="8645813" y="464032"/>
                </a:cubicBezTo>
                <a:cubicBezTo>
                  <a:pt x="8601088" y="470255"/>
                  <a:pt x="8556732" y="476969"/>
                  <a:pt x="8512338" y="477784"/>
                </a:cubicBezTo>
                <a:cubicBezTo>
                  <a:pt x="8462562" y="478712"/>
                  <a:pt x="8445778" y="468934"/>
                  <a:pt x="8481050" y="430572"/>
                </a:cubicBezTo>
                <a:cubicBezTo>
                  <a:pt x="8488612" y="422408"/>
                  <a:pt x="8495122" y="413567"/>
                  <a:pt x="8498220" y="404064"/>
                </a:cubicBezTo>
                <a:cubicBezTo>
                  <a:pt x="8500436" y="396549"/>
                  <a:pt x="8497776" y="391771"/>
                  <a:pt x="8489536" y="389280"/>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p:cNvSpPr>
            <a:spLocks noGrp="1"/>
          </p:cNvSpPr>
          <p:nvPr>
            <p:ph type="title"/>
          </p:nvPr>
        </p:nvSpPr>
        <p:spPr>
          <a:xfrm>
            <a:off x="1524000" y="4063296"/>
            <a:ext cx="9144000" cy="1152663"/>
          </a:xfrm>
        </p:spPr>
        <p:txBody>
          <a:bodyPr vert="horz" lIns="91440" tIns="45720" rIns="91440" bIns="45720" rtlCol="0" anchor="ctr">
            <a:normAutofit/>
          </a:bodyPr>
          <a:lstStyle/>
          <a:p>
            <a:pPr algn="ctr"/>
            <a:r>
              <a:rPr lang="en-US" sz="2400" kern="1200" dirty="0">
                <a:solidFill>
                  <a:schemeClr val="tx1"/>
                </a:solidFill>
                <a:latin typeface="+mj-lt"/>
                <a:ea typeface="+mj-ea"/>
                <a:cs typeface="+mj-cs"/>
              </a:rPr>
              <a:t>In the diagram above when we work </a:t>
            </a:r>
            <a:r>
              <a:rPr lang="en-US" sz="2400" b="1" kern="1200" dirty="0">
                <a:solidFill>
                  <a:schemeClr val="tx1"/>
                </a:solidFill>
                <a:latin typeface="+mj-lt"/>
                <a:ea typeface="+mj-ea"/>
                <a:cs typeface="+mj-cs"/>
              </a:rPr>
              <a:t>incrementally, </a:t>
            </a:r>
            <a:r>
              <a:rPr lang="en-US" sz="2400" kern="1200" dirty="0">
                <a:solidFill>
                  <a:schemeClr val="tx1"/>
                </a:solidFill>
                <a:latin typeface="+mj-lt"/>
                <a:ea typeface="+mj-ea"/>
                <a:cs typeface="+mj-cs"/>
              </a:rPr>
              <a:t>we are adding piece by piece but expect that each piece is fully finished. Thus keep on adding the pieces until it’s complete.</a:t>
            </a:r>
          </a:p>
        </p:txBody>
      </p:sp>
      <p:pic>
        <p:nvPicPr>
          <p:cNvPr id="4" name="Content Placeholder 3" descr="incremental-model_11.jpg"/>
          <p:cNvPicPr>
            <a:picLocks noChangeAspect="1"/>
          </p:cNvPicPr>
          <p:nvPr/>
        </p:nvPicPr>
        <p:blipFill>
          <a:blip r:embed="rId2"/>
          <a:stretch>
            <a:fillRect/>
          </a:stretch>
        </p:blipFill>
        <p:spPr>
          <a:xfrm>
            <a:off x="3529603" y="1447347"/>
            <a:ext cx="5132794" cy="134735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program&#10;&#10;Description automatically generated">
            <a:extLst>
              <a:ext uri="{FF2B5EF4-FFF2-40B4-BE49-F238E27FC236}">
                <a16:creationId xmlns:a16="http://schemas.microsoft.com/office/drawing/2014/main" id="{D95B1DD4-8B4B-9660-7BF1-D9D270F5D3B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8046"/>
          <a:stretch/>
        </p:blipFill>
        <p:spPr>
          <a:xfrm>
            <a:off x="671208" y="77141"/>
            <a:ext cx="11089531" cy="666210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b="1">
                <a:solidFill>
                  <a:srgbClr val="FFFFFF"/>
                </a:solidFill>
              </a:rPr>
              <a:t>Advantages of Incremental model:</a:t>
            </a:r>
            <a:endParaRPr lang="en-US" sz="4000">
              <a:solidFill>
                <a:srgbClr val="FFFFFF"/>
              </a:solidFill>
            </a:endParaRPr>
          </a:p>
        </p:txBody>
      </p:sp>
      <p:graphicFrame>
        <p:nvGraphicFramePr>
          <p:cNvPr id="14" name="Content Placeholder 2">
            <a:extLst>
              <a:ext uri="{FF2B5EF4-FFF2-40B4-BE49-F238E27FC236}">
                <a16:creationId xmlns:a16="http://schemas.microsoft.com/office/drawing/2014/main" id="{D6CE44B4-0E97-7FBE-806A-FF627A330EAC}"/>
              </a:ext>
            </a:extLst>
          </p:cNvPr>
          <p:cNvGraphicFramePr>
            <a:graphicFrameLocks noGrp="1"/>
          </p:cNvGraphicFramePr>
          <p:nvPr>
            <p:ph idx="1"/>
            <p:extLst>
              <p:ext uri="{D42A27DB-BD31-4B8C-83A1-F6EECF244321}">
                <p14:modId xmlns:p14="http://schemas.microsoft.com/office/powerpoint/2010/main" val="318991278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83564" y="348865"/>
            <a:ext cx="9718111" cy="1576446"/>
          </a:xfrm>
        </p:spPr>
        <p:txBody>
          <a:bodyPr anchor="ctr">
            <a:normAutofit/>
          </a:bodyPr>
          <a:lstStyle/>
          <a:p>
            <a:r>
              <a:rPr lang="en-US" sz="4000" b="1">
                <a:solidFill>
                  <a:srgbClr val="FFFFFF"/>
                </a:solidFill>
              </a:rPr>
              <a:t>Disadvantages of Incremental model:</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2DA879D6-213B-96D8-2BEF-23A761A9F182}"/>
              </a:ext>
            </a:extLst>
          </p:cNvPr>
          <p:cNvGraphicFramePr>
            <a:graphicFrameLocks noGrp="1"/>
          </p:cNvGraphicFramePr>
          <p:nvPr>
            <p:ph idx="1"/>
            <p:extLst>
              <p:ext uri="{D42A27DB-BD31-4B8C-83A1-F6EECF244321}">
                <p14:modId xmlns:p14="http://schemas.microsoft.com/office/powerpoint/2010/main" val="272175868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When to use the Incremental model:</a:t>
            </a:r>
            <a:endParaRPr lang="en-US" dirty="0"/>
          </a:p>
        </p:txBody>
      </p:sp>
      <p:graphicFrame>
        <p:nvGraphicFramePr>
          <p:cNvPr id="5" name="Content Placeholder 2">
            <a:extLst>
              <a:ext uri="{FF2B5EF4-FFF2-40B4-BE49-F238E27FC236}">
                <a16:creationId xmlns:a16="http://schemas.microsoft.com/office/drawing/2014/main" id="{E4BD6046-C169-5243-E60C-46DD3E9D3E8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2462688" y="1212012"/>
            <a:ext cx="10053763" cy="2928470"/>
          </a:xfrm>
        </p:spPr>
        <p:txBody>
          <a:bodyPr vert="horz" lIns="91440" tIns="45720" rIns="91440" bIns="45720" rtlCol="0" anchor="b">
            <a:normAutofit/>
          </a:bodyPr>
          <a:lstStyle/>
          <a:p>
            <a:r>
              <a:rPr lang="en-US" sz="9600" b="1" kern="1200" dirty="0">
                <a:solidFill>
                  <a:srgbClr val="FFFFFF"/>
                </a:solidFill>
                <a:latin typeface="+mj-lt"/>
                <a:ea typeface="+mj-ea"/>
                <a:cs typeface="+mj-cs"/>
              </a:rPr>
              <a:t>RAD model</a:t>
            </a:r>
            <a:br>
              <a:rPr lang="en-US" sz="9600" b="1" kern="1200" dirty="0">
                <a:solidFill>
                  <a:srgbClr val="FFFFFF"/>
                </a:solidFill>
                <a:latin typeface="+mj-lt"/>
                <a:ea typeface="+mj-ea"/>
                <a:cs typeface="+mj-cs"/>
              </a:rPr>
            </a:br>
            <a:endParaRPr lang="en-US" sz="9600" kern="1200" dirty="0">
              <a:solidFill>
                <a:srgbClr val="FFFFFF"/>
              </a:solidFill>
              <a:latin typeface="+mj-lt"/>
              <a:ea typeface="+mj-ea"/>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AD72EFDF-EB99-0AEC-BFE7-91EF6B7B6167}"/>
              </a:ext>
            </a:extLst>
          </p:cNvPr>
          <p:cNvGraphicFramePr>
            <a:graphicFrameLocks noGrp="1"/>
          </p:cNvGraphicFramePr>
          <p:nvPr>
            <p:ph idx="1"/>
            <p:extLst>
              <p:ext uri="{D42A27DB-BD31-4B8C-83A1-F6EECF244321}">
                <p14:modId xmlns:p14="http://schemas.microsoft.com/office/powerpoint/2010/main" val="1923592617"/>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diagram of a process model&#10;&#10;Description automatically generated">
            <a:extLst>
              <a:ext uri="{FF2B5EF4-FFF2-40B4-BE49-F238E27FC236}">
                <a16:creationId xmlns:a16="http://schemas.microsoft.com/office/drawing/2014/main" id="{45776918-73FD-6691-4C3E-9EF76168FB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8386" y="447472"/>
            <a:ext cx="8647889" cy="6177064"/>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2258407" y="404365"/>
            <a:ext cx="10053763" cy="2928470"/>
          </a:xfrm>
        </p:spPr>
        <p:txBody>
          <a:bodyPr vert="horz" lIns="91440" tIns="45720" rIns="91440" bIns="45720" rtlCol="0" anchor="b">
            <a:normAutofit/>
          </a:bodyPr>
          <a:lstStyle/>
          <a:p>
            <a:r>
              <a:rPr lang="en-US" sz="11500" b="1" kern="1200" dirty="0">
                <a:solidFill>
                  <a:srgbClr val="FFFFFF"/>
                </a:solidFill>
                <a:latin typeface="+mj-lt"/>
                <a:ea typeface="+mj-ea"/>
                <a:cs typeface="+mj-cs"/>
              </a:rPr>
              <a:t>Agile model</a:t>
            </a:r>
            <a:endParaRPr lang="en-US" sz="11500" kern="1200" dirty="0">
              <a:solidFill>
                <a:srgbClr val="FFFFFF"/>
              </a:solidFill>
              <a:latin typeface="+mj-lt"/>
              <a:ea typeface="+mj-ea"/>
              <a:cs typeface="+mj-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77BE95C-EF6D-8A04-F3DA-D269C9711179}"/>
              </a:ext>
            </a:extLst>
          </p:cNvPr>
          <p:cNvGraphicFramePr>
            <a:graphicFrameLocks noGrp="1"/>
          </p:cNvGraphicFramePr>
          <p:nvPr>
            <p:ph idx="1"/>
            <p:extLst>
              <p:ext uri="{D42A27DB-BD31-4B8C-83A1-F6EECF244321}">
                <p14:modId xmlns:p14="http://schemas.microsoft.com/office/powerpoint/2010/main" val="43194625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3" name="Freeform: Shape 12">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6" name="Content Placeholder 5" descr="A diagram of a process&#10;&#10;Description automatically generated">
            <a:extLst>
              <a:ext uri="{FF2B5EF4-FFF2-40B4-BE49-F238E27FC236}">
                <a16:creationId xmlns:a16="http://schemas.microsoft.com/office/drawing/2014/main" id="{4587FF33-78F4-9EF4-899F-67BEAA1C4B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82893" y="643468"/>
            <a:ext cx="5116749" cy="6097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1314824" y="735106"/>
            <a:ext cx="10053763" cy="2928470"/>
          </a:xfrm>
        </p:spPr>
        <p:txBody>
          <a:bodyPr vert="horz" lIns="91440" tIns="45720" rIns="91440" bIns="45720" rtlCol="0" anchor="b">
            <a:normAutofit/>
          </a:bodyPr>
          <a:lstStyle/>
          <a:p>
            <a:r>
              <a:rPr lang="en-US" sz="9600" b="1" kern="1200" dirty="0">
                <a:solidFill>
                  <a:srgbClr val="FFFFFF"/>
                </a:solidFill>
                <a:latin typeface="+mj-lt"/>
                <a:ea typeface="+mj-ea"/>
                <a:cs typeface="+mj-cs"/>
              </a:rPr>
              <a:t>Iterative model</a:t>
            </a:r>
            <a:endParaRPr lang="en-US" sz="9600" kern="1200" dirty="0">
              <a:solidFill>
                <a:srgbClr val="FFFFFF"/>
              </a:solidFill>
              <a:latin typeface="+mj-lt"/>
              <a:ea typeface="+mj-ea"/>
              <a:cs typeface="+mj-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28788F35-E625-5922-C2F7-3A52D356255A}"/>
              </a:ext>
            </a:extLst>
          </p:cNvPr>
          <p:cNvGraphicFramePr>
            <a:graphicFrameLocks noGrp="1"/>
          </p:cNvGraphicFramePr>
          <p:nvPr>
            <p:ph idx="1"/>
          </p:nvPr>
        </p:nvGraphicFramePr>
        <p:xfrm>
          <a:off x="1981200" y="381001"/>
          <a:ext cx="8229600" cy="5745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B8B49ED-6693-497D-8823-F50F891E8D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8DCD3BD4-4F32-431E-A9C3-8D2DA60CD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336AAC24-A98C-465E-AFEE-69D698E773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9149158 w 12192000"/>
              <a:gd name="connsiteY0" fmla="*/ 2038490 h 6858000"/>
              <a:gd name="connsiteX1" fmla="*/ 9164184 w 12192000"/>
              <a:gd name="connsiteY1" fmla="*/ 2044026 h 6858000"/>
              <a:gd name="connsiteX2" fmla="*/ 9172532 w 12192000"/>
              <a:gd name="connsiteY2" fmla="*/ 2045543 h 6858000"/>
              <a:gd name="connsiteX3" fmla="*/ 9171580 w 12192000"/>
              <a:gd name="connsiteY3" fmla="*/ 2056997 h 6858000"/>
              <a:gd name="connsiteX4" fmla="*/ 9161257 w 12192000"/>
              <a:gd name="connsiteY4" fmla="*/ 2098605 h 6858000"/>
              <a:gd name="connsiteX5" fmla="*/ 9138232 w 12192000"/>
              <a:gd name="connsiteY5" fmla="*/ 2059518 h 6858000"/>
              <a:gd name="connsiteX6" fmla="*/ 9149158 w 12192000"/>
              <a:gd name="connsiteY6" fmla="*/ 2038490 h 6858000"/>
              <a:gd name="connsiteX7" fmla="*/ 9177606 w 12192000"/>
              <a:gd name="connsiteY7" fmla="*/ 1977215 h 6858000"/>
              <a:gd name="connsiteX8" fmla="*/ 9181592 w 12192000"/>
              <a:gd name="connsiteY8" fmla="*/ 1987782 h 6858000"/>
              <a:gd name="connsiteX9" fmla="*/ 9181923 w 12192000"/>
              <a:gd name="connsiteY9" fmla="*/ 1998627 h 6858000"/>
              <a:gd name="connsiteX10" fmla="*/ 9182316 w 12192000"/>
              <a:gd name="connsiteY10" fmla="*/ 2031066 h 6858000"/>
              <a:gd name="connsiteX11" fmla="*/ 9182278 w 12192000"/>
              <a:gd name="connsiteY11" fmla="*/ 2047313 h 6858000"/>
              <a:gd name="connsiteX12" fmla="*/ 9172532 w 12192000"/>
              <a:gd name="connsiteY12" fmla="*/ 2045543 h 6858000"/>
              <a:gd name="connsiteX13" fmla="*/ 9173842 w 12192000"/>
              <a:gd name="connsiteY13" fmla="*/ 2029805 h 6858000"/>
              <a:gd name="connsiteX14" fmla="*/ 9177334 w 12192000"/>
              <a:gd name="connsiteY14" fmla="*/ 1979903 h 6858000"/>
              <a:gd name="connsiteX15" fmla="*/ 3696300 w 12192000"/>
              <a:gd name="connsiteY15" fmla="*/ 1578900 h 6858000"/>
              <a:gd name="connsiteX16" fmla="*/ 3738823 w 12192000"/>
              <a:gd name="connsiteY16" fmla="*/ 1596298 h 6858000"/>
              <a:gd name="connsiteX17" fmla="*/ 3714409 w 12192000"/>
              <a:gd name="connsiteY17" fmla="*/ 1593618 h 6858000"/>
              <a:gd name="connsiteX18" fmla="*/ 3693161 w 12192000"/>
              <a:gd name="connsiteY18" fmla="*/ 1582501 h 6858000"/>
              <a:gd name="connsiteX19" fmla="*/ 3696300 w 12192000"/>
              <a:gd name="connsiteY19" fmla="*/ 1578900 h 6858000"/>
              <a:gd name="connsiteX20" fmla="*/ 3918454 w 12192000"/>
              <a:gd name="connsiteY20" fmla="*/ 1175387 h 6858000"/>
              <a:gd name="connsiteX21" fmla="*/ 4173607 w 12192000"/>
              <a:gd name="connsiteY21" fmla="*/ 1280040 h 6858000"/>
              <a:gd name="connsiteX22" fmla="*/ 4170135 w 12192000"/>
              <a:gd name="connsiteY22" fmla="*/ 1283683 h 6858000"/>
              <a:gd name="connsiteX23" fmla="*/ 3918454 w 12192000"/>
              <a:gd name="connsiteY23" fmla="*/ 1175387 h 6858000"/>
              <a:gd name="connsiteX24" fmla="*/ 8109090 w 12192000"/>
              <a:gd name="connsiteY24" fmla="*/ 602108 h 6858000"/>
              <a:gd name="connsiteX25" fmla="*/ 8113034 w 12192000"/>
              <a:gd name="connsiteY25" fmla="*/ 602645 h 6858000"/>
              <a:gd name="connsiteX26" fmla="*/ 8111220 w 12192000"/>
              <a:gd name="connsiteY26" fmla="*/ 603405 h 6858000"/>
              <a:gd name="connsiteX27" fmla="*/ 8489536 w 12192000"/>
              <a:gd name="connsiteY27" fmla="*/ 389280 h 6858000"/>
              <a:gd name="connsiteX28" fmla="*/ 8470194 w 12192000"/>
              <a:gd name="connsiteY28" fmla="*/ 397527 h 6858000"/>
              <a:gd name="connsiteX29" fmla="*/ 8373511 w 12192000"/>
              <a:gd name="connsiteY29" fmla="*/ 465608 h 6858000"/>
              <a:gd name="connsiteX30" fmla="*/ 8231753 w 12192000"/>
              <a:gd name="connsiteY30" fmla="*/ 560890 h 6858000"/>
              <a:gd name="connsiteX31" fmla="*/ 8199967 w 12192000"/>
              <a:gd name="connsiteY31" fmla="*/ 553465 h 6858000"/>
              <a:gd name="connsiteX32" fmla="*/ 8175616 w 12192000"/>
              <a:gd name="connsiteY32" fmla="*/ 546483 h 6858000"/>
              <a:gd name="connsiteX33" fmla="*/ 8128578 w 12192000"/>
              <a:gd name="connsiteY33" fmla="*/ 563992 h 6858000"/>
              <a:gd name="connsiteX34" fmla="*/ 8104845 w 12192000"/>
              <a:gd name="connsiteY34" fmla="*/ 593172 h 6858000"/>
              <a:gd name="connsiteX35" fmla="*/ 8105615 w 12192000"/>
              <a:gd name="connsiteY35" fmla="*/ 599991 h 6858000"/>
              <a:gd name="connsiteX36" fmla="*/ 8109090 w 12192000"/>
              <a:gd name="connsiteY36" fmla="*/ 602108 h 6858000"/>
              <a:gd name="connsiteX37" fmla="*/ 8092049 w 12192000"/>
              <a:gd name="connsiteY37" fmla="*/ 599788 h 6858000"/>
              <a:gd name="connsiteX38" fmla="*/ 8047646 w 12192000"/>
              <a:gd name="connsiteY38" fmla="*/ 588557 h 6858000"/>
              <a:gd name="connsiteX39" fmla="*/ 7793637 w 12192000"/>
              <a:gd name="connsiteY39" fmla="*/ 681868 h 6858000"/>
              <a:gd name="connsiteX40" fmla="*/ 6007741 w 12192000"/>
              <a:gd name="connsiteY40" fmla="*/ 1095470 h 6858000"/>
              <a:gd name="connsiteX41" fmla="*/ 5902533 w 12192000"/>
              <a:gd name="connsiteY41" fmla="*/ 1103650 h 6858000"/>
              <a:gd name="connsiteX42" fmla="*/ 5164222 w 12192000"/>
              <a:gd name="connsiteY42" fmla="*/ 1163546 h 6858000"/>
              <a:gd name="connsiteX43" fmla="*/ 4395075 w 12192000"/>
              <a:gd name="connsiteY43" fmla="*/ 1082763 h 6858000"/>
              <a:gd name="connsiteX44" fmla="*/ 3939440 w 12192000"/>
              <a:gd name="connsiteY44" fmla="*/ 891265 h 6858000"/>
              <a:gd name="connsiteX45" fmla="*/ 3747894 w 12192000"/>
              <a:gd name="connsiteY45" fmla="*/ 801994 h 6858000"/>
              <a:gd name="connsiteX46" fmla="*/ 3569553 w 12192000"/>
              <a:gd name="connsiteY46" fmla="*/ 697970 h 6858000"/>
              <a:gd name="connsiteX47" fmla="*/ 3507813 w 12192000"/>
              <a:gd name="connsiteY47" fmla="*/ 680216 h 6858000"/>
              <a:gd name="connsiteX48" fmla="*/ 3490455 w 12192000"/>
              <a:gd name="connsiteY48" fmla="*/ 682587 h 6858000"/>
              <a:gd name="connsiteX49" fmla="*/ 3477246 w 12192000"/>
              <a:gd name="connsiteY49" fmla="*/ 691971 h 6858000"/>
              <a:gd name="connsiteX50" fmla="*/ 3484273 w 12192000"/>
              <a:gd name="connsiteY50" fmla="*/ 701857 h 6858000"/>
              <a:gd name="connsiteX51" fmla="*/ 3495638 w 12192000"/>
              <a:gd name="connsiteY51" fmla="*/ 705849 h 6858000"/>
              <a:gd name="connsiteX52" fmla="*/ 3548914 w 12192000"/>
              <a:gd name="connsiteY52" fmla="*/ 733487 h 6858000"/>
              <a:gd name="connsiteX53" fmla="*/ 3551504 w 12192000"/>
              <a:gd name="connsiteY53" fmla="*/ 753036 h 6858000"/>
              <a:gd name="connsiteX54" fmla="*/ 3562075 w 12192000"/>
              <a:gd name="connsiteY54" fmla="*/ 765715 h 6858000"/>
              <a:gd name="connsiteX55" fmla="*/ 3605942 w 12192000"/>
              <a:gd name="connsiteY55" fmla="*/ 772481 h 6858000"/>
              <a:gd name="connsiteX56" fmla="*/ 3499309 w 12192000"/>
              <a:gd name="connsiteY56" fmla="*/ 737079 h 6858000"/>
              <a:gd name="connsiteX57" fmla="*/ 3473788 w 12192000"/>
              <a:gd name="connsiteY57" fmla="*/ 711717 h 6858000"/>
              <a:gd name="connsiteX58" fmla="*/ 3437248 w 12192000"/>
              <a:gd name="connsiteY58" fmla="*/ 714263 h 6858000"/>
              <a:gd name="connsiteX59" fmla="*/ 3413254 w 12192000"/>
              <a:gd name="connsiteY59" fmla="*/ 712874 h 6858000"/>
              <a:gd name="connsiteX60" fmla="*/ 3362511 w 12192000"/>
              <a:gd name="connsiteY60" fmla="*/ 677414 h 6858000"/>
              <a:gd name="connsiteX61" fmla="*/ 3344467 w 12192000"/>
              <a:gd name="connsiteY61" fmla="*/ 679599 h 6858000"/>
              <a:gd name="connsiteX62" fmla="*/ 3347971 w 12192000"/>
              <a:gd name="connsiteY62" fmla="*/ 692328 h 6858000"/>
              <a:gd name="connsiteX63" fmla="*/ 3363008 w 12192000"/>
              <a:gd name="connsiteY63" fmla="*/ 711713 h 6858000"/>
              <a:gd name="connsiteX64" fmla="*/ 3362637 w 12192000"/>
              <a:gd name="connsiteY64" fmla="*/ 727058 h 6858000"/>
              <a:gd name="connsiteX65" fmla="*/ 3376167 w 12192000"/>
              <a:gd name="connsiteY65" fmla="*/ 759779 h 6858000"/>
              <a:gd name="connsiteX66" fmla="*/ 3406203 w 12192000"/>
              <a:gd name="connsiteY66" fmla="*/ 808483 h 6858000"/>
              <a:gd name="connsiteX67" fmla="*/ 3420116 w 12192000"/>
              <a:gd name="connsiteY67" fmla="*/ 820757 h 6858000"/>
              <a:gd name="connsiteX68" fmla="*/ 3429194 w 12192000"/>
              <a:gd name="connsiteY68" fmla="*/ 825831 h 6858000"/>
              <a:gd name="connsiteX69" fmla="*/ 3619149 w 12192000"/>
              <a:gd name="connsiteY69" fmla="*/ 1006561 h 6858000"/>
              <a:gd name="connsiteX70" fmla="*/ 3818654 w 12192000"/>
              <a:gd name="connsiteY70" fmla="*/ 1120369 h 6858000"/>
              <a:gd name="connsiteX71" fmla="*/ 3824021 w 12192000"/>
              <a:gd name="connsiteY71" fmla="*/ 1125355 h 6858000"/>
              <a:gd name="connsiteX72" fmla="*/ 3736668 w 12192000"/>
              <a:gd name="connsiteY72" fmla="*/ 1107215 h 6858000"/>
              <a:gd name="connsiteX73" fmla="*/ 3540174 w 12192000"/>
              <a:gd name="connsiteY73" fmla="*/ 1014247 h 6858000"/>
              <a:gd name="connsiteX74" fmla="*/ 3421640 w 12192000"/>
              <a:gd name="connsiteY74" fmla="*/ 955861 h 6858000"/>
              <a:gd name="connsiteX75" fmla="*/ 3404753 w 12192000"/>
              <a:gd name="connsiteY75" fmla="*/ 944484 h 6858000"/>
              <a:gd name="connsiteX76" fmla="*/ 3393138 w 12192000"/>
              <a:gd name="connsiteY76" fmla="*/ 941865 h 6858000"/>
              <a:gd name="connsiteX77" fmla="*/ 3385712 w 12192000"/>
              <a:gd name="connsiteY77" fmla="*/ 952159 h 6858000"/>
              <a:gd name="connsiteX78" fmla="*/ 3398641 w 12192000"/>
              <a:gd name="connsiteY78" fmla="*/ 986025 h 6858000"/>
              <a:gd name="connsiteX79" fmla="*/ 3489975 w 12192000"/>
              <a:gd name="connsiteY79" fmla="*/ 1045560 h 6858000"/>
              <a:gd name="connsiteX80" fmla="*/ 3617273 w 12192000"/>
              <a:gd name="connsiteY80" fmla="*/ 1114697 h 6858000"/>
              <a:gd name="connsiteX81" fmla="*/ 3623898 w 12192000"/>
              <a:gd name="connsiteY81" fmla="*/ 1123556 h 6858000"/>
              <a:gd name="connsiteX82" fmla="*/ 3552438 w 12192000"/>
              <a:gd name="connsiteY82" fmla="*/ 1090606 h 6858000"/>
              <a:gd name="connsiteX83" fmla="*/ 3482417 w 12192000"/>
              <a:gd name="connsiteY83" fmla="*/ 1059092 h 6858000"/>
              <a:gd name="connsiteX84" fmla="*/ 3463468 w 12192000"/>
              <a:gd name="connsiteY84" fmla="*/ 1057629 h 6858000"/>
              <a:gd name="connsiteX85" fmla="*/ 3459472 w 12192000"/>
              <a:gd name="connsiteY85" fmla="*/ 1074217 h 6858000"/>
              <a:gd name="connsiteX86" fmla="*/ 3494211 w 12192000"/>
              <a:gd name="connsiteY86" fmla="*/ 1112153 h 6858000"/>
              <a:gd name="connsiteX87" fmla="*/ 3663137 w 12192000"/>
              <a:gd name="connsiteY87" fmla="*/ 1205775 h 6858000"/>
              <a:gd name="connsiteX88" fmla="*/ 3748466 w 12192000"/>
              <a:gd name="connsiteY88" fmla="*/ 1260936 h 6858000"/>
              <a:gd name="connsiteX89" fmla="*/ 3753142 w 12192000"/>
              <a:gd name="connsiteY89" fmla="*/ 1276208 h 6858000"/>
              <a:gd name="connsiteX90" fmla="*/ 3791960 w 12192000"/>
              <a:gd name="connsiteY90" fmla="*/ 1298886 h 6858000"/>
              <a:gd name="connsiteX91" fmla="*/ 3816039 w 12192000"/>
              <a:gd name="connsiteY91" fmla="*/ 1301606 h 6858000"/>
              <a:gd name="connsiteX92" fmla="*/ 4094439 w 12192000"/>
              <a:gd name="connsiteY92" fmla="*/ 1448806 h 6858000"/>
              <a:gd name="connsiteX93" fmla="*/ 4222870 w 12192000"/>
              <a:gd name="connsiteY93" fmla="*/ 1493379 h 6858000"/>
              <a:gd name="connsiteX94" fmla="*/ 4223141 w 12192000"/>
              <a:gd name="connsiteY94" fmla="*/ 1497641 h 6858000"/>
              <a:gd name="connsiteX95" fmla="*/ 4222428 w 12192000"/>
              <a:gd name="connsiteY95" fmla="*/ 1502292 h 6858000"/>
              <a:gd name="connsiteX96" fmla="*/ 4039973 w 12192000"/>
              <a:gd name="connsiteY96" fmla="*/ 1434198 h 6858000"/>
              <a:gd name="connsiteX97" fmla="*/ 3564773 w 12192000"/>
              <a:gd name="connsiteY97" fmla="*/ 1226279 h 6858000"/>
              <a:gd name="connsiteX98" fmla="*/ 3420650 w 12192000"/>
              <a:gd name="connsiteY98" fmla="*/ 1141464 h 6858000"/>
              <a:gd name="connsiteX99" fmla="*/ 3320669 w 12192000"/>
              <a:gd name="connsiteY99" fmla="*/ 1088883 h 6858000"/>
              <a:gd name="connsiteX100" fmla="*/ 3270102 w 12192000"/>
              <a:gd name="connsiteY100" fmla="*/ 1082659 h 6858000"/>
              <a:gd name="connsiteX101" fmla="*/ 3251648 w 12192000"/>
              <a:gd name="connsiteY101" fmla="*/ 1094290 h 6858000"/>
              <a:gd name="connsiteX102" fmla="*/ 3263506 w 12192000"/>
              <a:gd name="connsiteY102" fmla="*/ 1106005 h 6858000"/>
              <a:gd name="connsiteX103" fmla="*/ 3268636 w 12192000"/>
              <a:gd name="connsiteY103" fmla="*/ 1107265 h 6858000"/>
              <a:gd name="connsiteX104" fmla="*/ 3325089 w 12192000"/>
              <a:gd name="connsiteY104" fmla="*/ 1137201 h 6858000"/>
              <a:gd name="connsiteX105" fmla="*/ 3326003 w 12192000"/>
              <a:gd name="connsiteY105" fmla="*/ 1151585 h 6858000"/>
              <a:gd name="connsiteX106" fmla="*/ 3336410 w 12192000"/>
              <a:gd name="connsiteY106" fmla="*/ 1166967 h 6858000"/>
              <a:gd name="connsiteX107" fmla="*/ 3375112 w 12192000"/>
              <a:gd name="connsiteY107" fmla="*/ 1171943 h 6858000"/>
              <a:gd name="connsiteX108" fmla="*/ 3326222 w 12192000"/>
              <a:gd name="connsiteY108" fmla="*/ 1170885 h 6858000"/>
              <a:gd name="connsiteX109" fmla="*/ 3254679 w 12192000"/>
              <a:gd name="connsiteY109" fmla="*/ 1120765 h 6858000"/>
              <a:gd name="connsiteX110" fmla="*/ 3242188 w 12192000"/>
              <a:gd name="connsiteY110" fmla="*/ 1109662 h 6858000"/>
              <a:gd name="connsiteX111" fmla="*/ 3211499 w 12192000"/>
              <a:gd name="connsiteY111" fmla="*/ 1114184 h 6858000"/>
              <a:gd name="connsiteX112" fmla="*/ 3185849 w 12192000"/>
              <a:gd name="connsiteY112" fmla="*/ 1113265 h 6858000"/>
              <a:gd name="connsiteX113" fmla="*/ 3135843 w 12192000"/>
              <a:gd name="connsiteY113" fmla="*/ 1078789 h 6858000"/>
              <a:gd name="connsiteX114" fmla="*/ 3119118 w 12192000"/>
              <a:gd name="connsiteY114" fmla="*/ 1080546 h 6858000"/>
              <a:gd name="connsiteX115" fmla="*/ 3120198 w 12192000"/>
              <a:gd name="connsiteY115" fmla="*/ 1092226 h 6858000"/>
              <a:gd name="connsiteX116" fmla="*/ 3131691 w 12192000"/>
              <a:gd name="connsiteY116" fmla="*/ 1108819 h 6858000"/>
              <a:gd name="connsiteX117" fmla="*/ 3129914 w 12192000"/>
              <a:gd name="connsiteY117" fmla="*/ 1139097 h 6858000"/>
              <a:gd name="connsiteX118" fmla="*/ 3133955 w 12192000"/>
              <a:gd name="connsiteY118" fmla="*/ 1154983 h 6858000"/>
              <a:gd name="connsiteX119" fmla="*/ 3178170 w 12192000"/>
              <a:gd name="connsiteY119" fmla="*/ 1214855 h 6858000"/>
              <a:gd name="connsiteX120" fmla="*/ 3185378 w 12192000"/>
              <a:gd name="connsiteY120" fmla="*/ 1222303 h 6858000"/>
              <a:gd name="connsiteX121" fmla="*/ 3206608 w 12192000"/>
              <a:gd name="connsiteY121" fmla="*/ 1233153 h 6858000"/>
              <a:gd name="connsiteX122" fmla="*/ 3379140 w 12192000"/>
              <a:gd name="connsiteY122" fmla="*/ 1399351 h 6858000"/>
              <a:gd name="connsiteX123" fmla="*/ 3603118 w 12192000"/>
              <a:gd name="connsiteY123" fmla="*/ 1527375 h 6858000"/>
              <a:gd name="connsiteX124" fmla="*/ 3524809 w 12192000"/>
              <a:gd name="connsiteY124" fmla="*/ 1513774 h 6858000"/>
              <a:gd name="connsiteX125" fmla="*/ 3327498 w 12192000"/>
              <a:gd name="connsiteY125" fmla="*/ 1423859 h 6858000"/>
              <a:gd name="connsiteX126" fmla="*/ 3192949 w 12192000"/>
              <a:gd name="connsiteY126" fmla="*/ 1357211 h 6858000"/>
              <a:gd name="connsiteX127" fmla="*/ 3180259 w 12192000"/>
              <a:gd name="connsiteY127" fmla="*/ 1348280 h 6858000"/>
              <a:gd name="connsiteX128" fmla="*/ 3166204 w 12192000"/>
              <a:gd name="connsiteY128" fmla="*/ 1344345 h 6858000"/>
              <a:gd name="connsiteX129" fmla="*/ 3159212 w 12192000"/>
              <a:gd name="connsiteY129" fmla="*/ 1356197 h 6858000"/>
              <a:gd name="connsiteX130" fmla="*/ 3181004 w 12192000"/>
              <a:gd name="connsiteY130" fmla="*/ 1397043 h 6858000"/>
              <a:gd name="connsiteX131" fmla="*/ 3273385 w 12192000"/>
              <a:gd name="connsiteY131" fmla="*/ 1451888 h 6858000"/>
              <a:gd name="connsiteX132" fmla="*/ 3401776 w 12192000"/>
              <a:gd name="connsiteY132" fmla="*/ 1527602 h 6858000"/>
              <a:gd name="connsiteX133" fmla="*/ 3318130 w 12192000"/>
              <a:gd name="connsiteY133" fmla="*/ 1488342 h 6858000"/>
              <a:gd name="connsiteX134" fmla="*/ 3253694 w 12192000"/>
              <a:gd name="connsiteY134" fmla="*/ 1459909 h 6858000"/>
              <a:gd name="connsiteX135" fmla="*/ 3236182 w 12192000"/>
              <a:gd name="connsiteY135" fmla="*/ 1459882 h 6858000"/>
              <a:gd name="connsiteX136" fmla="*/ 3233020 w 12192000"/>
              <a:gd name="connsiteY136" fmla="*/ 1473687 h 6858000"/>
              <a:gd name="connsiteX137" fmla="*/ 3272474 w 12192000"/>
              <a:gd name="connsiteY137" fmla="*/ 1516958 h 6858000"/>
              <a:gd name="connsiteX138" fmla="*/ 3341300 w 12192000"/>
              <a:gd name="connsiteY138" fmla="*/ 1556133 h 6858000"/>
              <a:gd name="connsiteX139" fmla="*/ 3267359 w 12192000"/>
              <a:gd name="connsiteY139" fmla="*/ 1553009 h 6858000"/>
              <a:gd name="connsiteX140" fmla="*/ 3329832 w 12192000"/>
              <a:gd name="connsiteY140" fmla="*/ 1587586 h 6858000"/>
              <a:gd name="connsiteX141" fmla="*/ 3421490 w 12192000"/>
              <a:gd name="connsiteY141" fmla="*/ 1599301 h 6858000"/>
              <a:gd name="connsiteX142" fmla="*/ 3459923 w 12192000"/>
              <a:gd name="connsiteY142" fmla="*/ 1621220 h 6858000"/>
              <a:gd name="connsiteX143" fmla="*/ 3497490 w 12192000"/>
              <a:gd name="connsiteY143" fmla="*/ 1645392 h 6858000"/>
              <a:gd name="connsiteX144" fmla="*/ 3507803 w 12192000"/>
              <a:gd name="connsiteY144" fmla="*/ 1669911 h 6858000"/>
              <a:gd name="connsiteX145" fmla="*/ 3543290 w 12192000"/>
              <a:gd name="connsiteY145" fmla="*/ 1703729 h 6858000"/>
              <a:gd name="connsiteX146" fmla="*/ 3546999 w 12192000"/>
              <a:gd name="connsiteY146" fmla="*/ 1703818 h 6858000"/>
              <a:gd name="connsiteX147" fmla="*/ 3572295 w 12192000"/>
              <a:gd name="connsiteY147" fmla="*/ 1720349 h 6858000"/>
              <a:gd name="connsiteX148" fmla="*/ 3596922 w 12192000"/>
              <a:gd name="connsiteY148" fmla="*/ 1736961 h 6858000"/>
              <a:gd name="connsiteX149" fmla="*/ 3602119 w 12192000"/>
              <a:gd name="connsiteY149" fmla="*/ 1739285 h 6858000"/>
              <a:gd name="connsiteX150" fmla="*/ 3734798 w 12192000"/>
              <a:gd name="connsiteY150" fmla="*/ 1845349 h 6858000"/>
              <a:gd name="connsiteX151" fmla="*/ 3743174 w 12192000"/>
              <a:gd name="connsiteY151" fmla="*/ 1849972 h 6858000"/>
              <a:gd name="connsiteX152" fmla="*/ 3478101 w 12192000"/>
              <a:gd name="connsiteY152" fmla="*/ 1864630 h 6858000"/>
              <a:gd name="connsiteX153" fmla="*/ 3135293 w 12192000"/>
              <a:gd name="connsiteY153" fmla="*/ 1816496 h 6858000"/>
              <a:gd name="connsiteX154" fmla="*/ 3158510 w 12192000"/>
              <a:gd name="connsiteY154" fmla="*/ 1863880 h 6858000"/>
              <a:gd name="connsiteX155" fmla="*/ 3148907 w 12192000"/>
              <a:gd name="connsiteY155" fmla="*/ 1908797 h 6858000"/>
              <a:gd name="connsiteX156" fmla="*/ 3150229 w 12192000"/>
              <a:gd name="connsiteY156" fmla="*/ 2003660 h 6858000"/>
              <a:gd name="connsiteX157" fmla="*/ 3154219 w 12192000"/>
              <a:gd name="connsiteY157" fmla="*/ 2018746 h 6858000"/>
              <a:gd name="connsiteX158" fmla="*/ 3079313 w 12192000"/>
              <a:gd name="connsiteY158" fmla="*/ 2037482 h 6858000"/>
              <a:gd name="connsiteX159" fmla="*/ 3545961 w 12192000"/>
              <a:gd name="connsiteY159" fmla="*/ 2248584 h 6858000"/>
              <a:gd name="connsiteX160" fmla="*/ 3242382 w 12192000"/>
              <a:gd name="connsiteY160" fmla="*/ 2234890 h 6858000"/>
              <a:gd name="connsiteX161" fmla="*/ 3206852 w 12192000"/>
              <a:gd name="connsiteY161" fmla="*/ 2322137 h 6858000"/>
              <a:gd name="connsiteX162" fmla="*/ 3352854 w 12192000"/>
              <a:gd name="connsiteY162" fmla="*/ 2378270 h 6858000"/>
              <a:gd name="connsiteX163" fmla="*/ 3414532 w 12192000"/>
              <a:gd name="connsiteY163" fmla="*/ 2516826 h 6858000"/>
              <a:gd name="connsiteX164" fmla="*/ 3397577 w 12192000"/>
              <a:gd name="connsiteY164" fmla="*/ 2652556 h 6858000"/>
              <a:gd name="connsiteX165" fmla="*/ 3339773 w 12192000"/>
              <a:gd name="connsiteY165" fmla="*/ 2701969 h 6858000"/>
              <a:gd name="connsiteX166" fmla="*/ 3257041 w 12192000"/>
              <a:gd name="connsiteY166" fmla="*/ 2788223 h 6858000"/>
              <a:gd name="connsiteX167" fmla="*/ 3205892 w 12192000"/>
              <a:gd name="connsiteY167" fmla="*/ 2841661 h 6858000"/>
              <a:gd name="connsiteX168" fmla="*/ 3016267 w 12192000"/>
              <a:gd name="connsiteY168" fmla="*/ 2846107 h 6858000"/>
              <a:gd name="connsiteX169" fmla="*/ 3275450 w 12192000"/>
              <a:gd name="connsiteY169" fmla="*/ 2934701 h 6858000"/>
              <a:gd name="connsiteX170" fmla="*/ 3071009 w 12192000"/>
              <a:gd name="connsiteY170" fmla="*/ 2944432 h 6858000"/>
              <a:gd name="connsiteX171" fmla="*/ 3005039 w 12192000"/>
              <a:gd name="connsiteY171" fmla="*/ 2960743 h 6858000"/>
              <a:gd name="connsiteX172" fmla="*/ 3045255 w 12192000"/>
              <a:gd name="connsiteY172" fmla="*/ 2994795 h 6858000"/>
              <a:gd name="connsiteX173" fmla="*/ 3198769 w 12192000"/>
              <a:gd name="connsiteY173" fmla="*/ 3041966 h 6858000"/>
              <a:gd name="connsiteX174" fmla="*/ 3518098 w 12192000"/>
              <a:gd name="connsiteY174" fmla="*/ 3181525 h 6858000"/>
              <a:gd name="connsiteX175" fmla="*/ 3214876 w 12192000"/>
              <a:gd name="connsiteY175" fmla="*/ 3136382 h 6858000"/>
              <a:gd name="connsiteX176" fmla="*/ 3540876 w 12192000"/>
              <a:gd name="connsiteY176" fmla="*/ 3280232 h 6858000"/>
              <a:gd name="connsiteX177" fmla="*/ 3614558 w 12192000"/>
              <a:gd name="connsiteY177" fmla="*/ 3332242 h 6858000"/>
              <a:gd name="connsiteX178" fmla="*/ 3765439 w 12192000"/>
              <a:gd name="connsiteY178" fmla="*/ 3465091 h 6858000"/>
              <a:gd name="connsiteX179" fmla="*/ 3759506 w 12192000"/>
              <a:gd name="connsiteY179" fmla="*/ 3482990 h 6858000"/>
              <a:gd name="connsiteX180" fmla="*/ 3594905 w 12192000"/>
              <a:gd name="connsiteY180" fmla="*/ 3478499 h 6858000"/>
              <a:gd name="connsiteX181" fmla="*/ 3814430 w 12192000"/>
              <a:gd name="connsiteY181" fmla="*/ 3578876 h 6858000"/>
              <a:gd name="connsiteX182" fmla="*/ 4039126 w 12192000"/>
              <a:gd name="connsiteY182" fmla="*/ 3649369 h 6858000"/>
              <a:gd name="connsiteX183" fmla="*/ 3883152 w 12192000"/>
              <a:gd name="connsiteY183" fmla="*/ 3653497 h 6858000"/>
              <a:gd name="connsiteX184" fmla="*/ 3666446 w 12192000"/>
              <a:gd name="connsiteY184" fmla="*/ 3623911 h 6858000"/>
              <a:gd name="connsiteX185" fmla="*/ 3593589 w 12192000"/>
              <a:gd name="connsiteY185" fmla="*/ 3653674 h 6858000"/>
              <a:gd name="connsiteX186" fmla="*/ 3801238 w 12192000"/>
              <a:gd name="connsiteY186" fmla="*/ 3720862 h 6858000"/>
              <a:gd name="connsiteX187" fmla="*/ 3919545 w 12192000"/>
              <a:gd name="connsiteY187" fmla="*/ 3749213 h 6858000"/>
              <a:gd name="connsiteX188" fmla="*/ 3968059 w 12192000"/>
              <a:gd name="connsiteY188" fmla="*/ 3776085 h 6858000"/>
              <a:gd name="connsiteX189" fmla="*/ 4107750 w 12192000"/>
              <a:gd name="connsiteY189" fmla="*/ 3875932 h 6858000"/>
              <a:gd name="connsiteX190" fmla="*/ 4504087 w 12192000"/>
              <a:gd name="connsiteY190" fmla="*/ 3955698 h 6858000"/>
              <a:gd name="connsiteX191" fmla="*/ 5880284 w 12192000"/>
              <a:gd name="connsiteY191" fmla="*/ 3998656 h 6858000"/>
              <a:gd name="connsiteX192" fmla="*/ 8461494 w 12192000"/>
              <a:gd name="connsiteY192" fmla="*/ 3007971 h 6858000"/>
              <a:gd name="connsiteX193" fmla="*/ 8587378 w 12192000"/>
              <a:gd name="connsiteY193" fmla="*/ 2896089 h 6858000"/>
              <a:gd name="connsiteX194" fmla="*/ 8693826 w 12192000"/>
              <a:gd name="connsiteY194" fmla="*/ 2796225 h 6858000"/>
              <a:gd name="connsiteX195" fmla="*/ 8633488 w 12192000"/>
              <a:gd name="connsiteY195" fmla="*/ 2774007 h 6858000"/>
              <a:gd name="connsiteX196" fmla="*/ 8707444 w 12192000"/>
              <a:gd name="connsiteY196" fmla="*/ 2682105 h 6858000"/>
              <a:gd name="connsiteX197" fmla="*/ 8942552 w 12192000"/>
              <a:gd name="connsiteY197" fmla="*/ 2397549 h 6858000"/>
              <a:gd name="connsiteX198" fmla="*/ 9049260 w 12192000"/>
              <a:gd name="connsiteY198" fmla="*/ 2328253 h 6858000"/>
              <a:gd name="connsiteX199" fmla="*/ 9174304 w 12192000"/>
              <a:gd name="connsiteY199" fmla="*/ 2171379 h 6858000"/>
              <a:gd name="connsiteX200" fmla="*/ 9182228 w 12192000"/>
              <a:gd name="connsiteY200" fmla="*/ 2067678 h 6858000"/>
              <a:gd name="connsiteX201" fmla="*/ 9182278 w 12192000"/>
              <a:gd name="connsiteY201" fmla="*/ 2047313 h 6858000"/>
              <a:gd name="connsiteX202" fmla="*/ 9184334 w 12192000"/>
              <a:gd name="connsiteY202" fmla="*/ 2047686 h 6858000"/>
              <a:gd name="connsiteX203" fmla="*/ 9185124 w 12192000"/>
              <a:gd name="connsiteY203" fmla="*/ 1997142 h 6858000"/>
              <a:gd name="connsiteX204" fmla="*/ 9181592 w 12192000"/>
              <a:gd name="connsiteY204" fmla="*/ 1987782 h 6858000"/>
              <a:gd name="connsiteX205" fmla="*/ 9181190 w 12192000"/>
              <a:gd name="connsiteY205" fmla="*/ 1974586 h 6858000"/>
              <a:gd name="connsiteX206" fmla="*/ 9180252 w 12192000"/>
              <a:gd name="connsiteY206" fmla="*/ 1963164 h 6858000"/>
              <a:gd name="connsiteX207" fmla="*/ 9178804 w 12192000"/>
              <a:gd name="connsiteY207" fmla="*/ 1965349 h 6858000"/>
              <a:gd name="connsiteX208" fmla="*/ 9177606 w 12192000"/>
              <a:gd name="connsiteY208" fmla="*/ 1977215 h 6858000"/>
              <a:gd name="connsiteX209" fmla="*/ 9169614 w 12192000"/>
              <a:gd name="connsiteY209" fmla="*/ 1956030 h 6858000"/>
              <a:gd name="connsiteX210" fmla="*/ 9046406 w 12192000"/>
              <a:gd name="connsiteY210" fmla="*/ 1838718 h 6858000"/>
              <a:gd name="connsiteX211" fmla="*/ 8960873 w 12192000"/>
              <a:gd name="connsiteY211" fmla="*/ 1764524 h 6858000"/>
              <a:gd name="connsiteX212" fmla="*/ 8946755 w 12192000"/>
              <a:gd name="connsiteY212" fmla="*/ 1690806 h 6858000"/>
              <a:gd name="connsiteX213" fmla="*/ 8786897 w 12192000"/>
              <a:gd name="connsiteY213" fmla="*/ 1665607 h 6858000"/>
              <a:gd name="connsiteX214" fmla="*/ 8924505 w 12192000"/>
              <a:gd name="connsiteY214" fmla="*/ 1489227 h 6858000"/>
              <a:gd name="connsiteX215" fmla="*/ 8937122 w 12192000"/>
              <a:gd name="connsiteY215" fmla="*/ 1454681 h 6858000"/>
              <a:gd name="connsiteX216" fmla="*/ 8841119 w 12192000"/>
              <a:gd name="connsiteY216" fmla="*/ 1348202 h 6858000"/>
              <a:gd name="connsiteX217" fmla="*/ 8825548 w 12192000"/>
              <a:gd name="connsiteY217" fmla="*/ 1331028 h 6858000"/>
              <a:gd name="connsiteX218" fmla="*/ 8790413 w 12192000"/>
              <a:gd name="connsiteY218" fmla="*/ 1297436 h 6858000"/>
              <a:gd name="connsiteX219" fmla="*/ 8695944 w 12192000"/>
              <a:gd name="connsiteY219" fmla="*/ 1299752 h 6858000"/>
              <a:gd name="connsiteX220" fmla="*/ 8743050 w 12192000"/>
              <a:gd name="connsiteY220" fmla="*/ 1267471 h 6858000"/>
              <a:gd name="connsiteX221" fmla="*/ 8831902 w 12192000"/>
              <a:gd name="connsiteY221" fmla="*/ 1166250 h 6858000"/>
              <a:gd name="connsiteX222" fmla="*/ 8763628 w 12192000"/>
              <a:gd name="connsiteY222" fmla="*/ 1088084 h 6858000"/>
              <a:gd name="connsiteX223" fmla="*/ 8744052 w 12192000"/>
              <a:gd name="connsiteY223" fmla="*/ 1076766 h 6858000"/>
              <a:gd name="connsiteX224" fmla="*/ 8767977 w 12192000"/>
              <a:gd name="connsiteY224" fmla="*/ 1055883 h 6858000"/>
              <a:gd name="connsiteX225" fmla="*/ 8815418 w 12192000"/>
              <a:gd name="connsiteY225" fmla="*/ 986519 h 6858000"/>
              <a:gd name="connsiteX226" fmla="*/ 8839356 w 12192000"/>
              <a:gd name="connsiteY226" fmla="*/ 939330 h 6858000"/>
              <a:gd name="connsiteX227" fmla="*/ 8869964 w 12192000"/>
              <a:gd name="connsiteY227" fmla="*/ 917639 h 6858000"/>
              <a:gd name="connsiteX228" fmla="*/ 8876013 w 12192000"/>
              <a:gd name="connsiteY228" fmla="*/ 901606 h 6858000"/>
              <a:gd name="connsiteX229" fmla="*/ 8855230 w 12192000"/>
              <a:gd name="connsiteY229" fmla="*/ 828963 h 6858000"/>
              <a:gd name="connsiteX230" fmla="*/ 8844988 w 12192000"/>
              <a:gd name="connsiteY230" fmla="*/ 810876 h 6858000"/>
              <a:gd name="connsiteX231" fmla="*/ 8768255 w 12192000"/>
              <a:gd name="connsiteY231" fmla="*/ 747963 h 6858000"/>
              <a:gd name="connsiteX232" fmla="*/ 8692953 w 12192000"/>
              <a:gd name="connsiteY232" fmla="*/ 638707 h 6858000"/>
              <a:gd name="connsiteX233" fmla="*/ 8674423 w 12192000"/>
              <a:gd name="connsiteY233" fmla="*/ 564449 h 6858000"/>
              <a:gd name="connsiteX234" fmla="*/ 8667642 w 12192000"/>
              <a:gd name="connsiteY234" fmla="*/ 547822 h 6858000"/>
              <a:gd name="connsiteX235" fmla="*/ 8661198 w 12192000"/>
              <a:gd name="connsiteY235" fmla="*/ 478275 h 6858000"/>
              <a:gd name="connsiteX236" fmla="*/ 8645813 w 12192000"/>
              <a:gd name="connsiteY236" fmla="*/ 464032 h 6858000"/>
              <a:gd name="connsiteX237" fmla="*/ 8512338 w 12192000"/>
              <a:gd name="connsiteY237" fmla="*/ 477784 h 6858000"/>
              <a:gd name="connsiteX238" fmla="*/ 8481050 w 12192000"/>
              <a:gd name="connsiteY238" fmla="*/ 430572 h 6858000"/>
              <a:gd name="connsiteX239" fmla="*/ 8498220 w 12192000"/>
              <a:gd name="connsiteY239" fmla="*/ 404064 h 6858000"/>
              <a:gd name="connsiteX240" fmla="*/ 8489536 w 12192000"/>
              <a:gd name="connsiteY240" fmla="*/ 389280 h 6858000"/>
              <a:gd name="connsiteX241" fmla="*/ 0 w 12192000"/>
              <a:gd name="connsiteY241" fmla="*/ 0 h 6858000"/>
              <a:gd name="connsiteX242" fmla="*/ 12192000 w 12192000"/>
              <a:gd name="connsiteY242" fmla="*/ 0 h 6858000"/>
              <a:gd name="connsiteX243" fmla="*/ 12192000 w 12192000"/>
              <a:gd name="connsiteY243" fmla="*/ 6858000 h 6858000"/>
              <a:gd name="connsiteX244" fmla="*/ 0 w 12192000"/>
              <a:gd name="connsiteY2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Lst>
            <a:rect l="l" t="t" r="r" b="b"/>
            <a:pathLst>
              <a:path w="12192000" h="6858000">
                <a:moveTo>
                  <a:pt x="9149158" y="2038490"/>
                </a:moveTo>
                <a:cubicBezTo>
                  <a:pt x="9152630" y="2038396"/>
                  <a:pt x="9157442" y="2039945"/>
                  <a:pt x="9164184" y="2044026"/>
                </a:cubicBezTo>
                <a:lnTo>
                  <a:pt x="9172532" y="2045543"/>
                </a:lnTo>
                <a:lnTo>
                  <a:pt x="9171580" y="2056997"/>
                </a:lnTo>
                <a:cubicBezTo>
                  <a:pt x="9169082" y="2082897"/>
                  <a:pt x="9165822" y="2102884"/>
                  <a:pt x="9161257" y="2098605"/>
                </a:cubicBezTo>
                <a:cubicBezTo>
                  <a:pt x="9149066" y="2086928"/>
                  <a:pt x="9130962" y="2077578"/>
                  <a:pt x="9138232" y="2059518"/>
                </a:cubicBezTo>
                <a:cubicBezTo>
                  <a:pt x="9140394" y="2053821"/>
                  <a:pt x="9138743" y="2038771"/>
                  <a:pt x="9149158" y="2038490"/>
                </a:cubicBezTo>
                <a:close/>
                <a:moveTo>
                  <a:pt x="9177606" y="1977215"/>
                </a:moveTo>
                <a:lnTo>
                  <a:pt x="9181592" y="1987782"/>
                </a:lnTo>
                <a:lnTo>
                  <a:pt x="9181923" y="1998627"/>
                </a:lnTo>
                <a:cubicBezTo>
                  <a:pt x="9182120" y="2008276"/>
                  <a:pt x="9182258" y="2019324"/>
                  <a:pt x="9182316" y="2031066"/>
                </a:cubicBezTo>
                <a:lnTo>
                  <a:pt x="9182278" y="2047313"/>
                </a:lnTo>
                <a:lnTo>
                  <a:pt x="9172532" y="2045543"/>
                </a:lnTo>
                <a:lnTo>
                  <a:pt x="9173842" y="2029805"/>
                </a:lnTo>
                <a:cubicBezTo>
                  <a:pt x="9175210" y="2011268"/>
                  <a:pt x="9176320" y="1992822"/>
                  <a:pt x="9177334" y="1979903"/>
                </a:cubicBezTo>
                <a:close/>
                <a:moveTo>
                  <a:pt x="3696300" y="1578900"/>
                </a:moveTo>
                <a:cubicBezTo>
                  <a:pt x="3710474" y="1584699"/>
                  <a:pt x="3724648" y="1590499"/>
                  <a:pt x="3738823" y="1596298"/>
                </a:cubicBezTo>
                <a:cubicBezTo>
                  <a:pt x="3731018" y="1595365"/>
                  <a:pt x="3722545" y="1594511"/>
                  <a:pt x="3714409" y="1593618"/>
                </a:cubicBezTo>
                <a:cubicBezTo>
                  <a:pt x="3707437" y="1589899"/>
                  <a:pt x="3700149" y="1586487"/>
                  <a:pt x="3693161" y="1582501"/>
                </a:cubicBezTo>
                <a:cubicBezTo>
                  <a:pt x="3694096" y="1581313"/>
                  <a:pt x="3695364" y="1580088"/>
                  <a:pt x="3696300" y="1578900"/>
                </a:cubicBezTo>
                <a:close/>
                <a:moveTo>
                  <a:pt x="3918454" y="1175387"/>
                </a:moveTo>
                <a:cubicBezTo>
                  <a:pt x="4003499" y="1210184"/>
                  <a:pt x="4088562" y="1245245"/>
                  <a:pt x="4173607" y="1280040"/>
                </a:cubicBezTo>
                <a:cubicBezTo>
                  <a:pt x="4172338" y="1281268"/>
                  <a:pt x="4171404" y="1282454"/>
                  <a:pt x="4170135" y="1283683"/>
                </a:cubicBezTo>
                <a:cubicBezTo>
                  <a:pt x="4077511" y="1256783"/>
                  <a:pt x="3989628" y="1225016"/>
                  <a:pt x="3918454" y="1175387"/>
                </a:cubicBezTo>
                <a:close/>
                <a:moveTo>
                  <a:pt x="8109090" y="602108"/>
                </a:moveTo>
                <a:lnTo>
                  <a:pt x="8113034" y="602645"/>
                </a:lnTo>
                <a:cubicBezTo>
                  <a:pt x="8117145" y="603257"/>
                  <a:pt x="8117456" y="603522"/>
                  <a:pt x="8111220" y="603405"/>
                </a:cubicBezTo>
                <a:close/>
                <a:moveTo>
                  <a:pt x="8489536" y="389280"/>
                </a:moveTo>
                <a:cubicBezTo>
                  <a:pt x="8479909" y="386150"/>
                  <a:pt x="8475270" y="392618"/>
                  <a:pt x="8470194" y="397527"/>
                </a:cubicBezTo>
                <a:cubicBezTo>
                  <a:pt x="8442581" y="423957"/>
                  <a:pt x="8407160" y="444085"/>
                  <a:pt x="8373511" y="465608"/>
                </a:cubicBezTo>
                <a:cubicBezTo>
                  <a:pt x="8325315" y="496678"/>
                  <a:pt x="8274262" y="525140"/>
                  <a:pt x="8231753" y="560890"/>
                </a:cubicBezTo>
                <a:cubicBezTo>
                  <a:pt x="8220884" y="569991"/>
                  <a:pt x="8202133" y="566357"/>
                  <a:pt x="8199967" y="553465"/>
                </a:cubicBezTo>
                <a:cubicBezTo>
                  <a:pt x="8197799" y="540575"/>
                  <a:pt x="8188778" y="541668"/>
                  <a:pt x="8175616" y="546483"/>
                </a:cubicBezTo>
                <a:cubicBezTo>
                  <a:pt x="8159813" y="552155"/>
                  <a:pt x="8144012" y="557828"/>
                  <a:pt x="8128578" y="563992"/>
                </a:cubicBezTo>
                <a:cubicBezTo>
                  <a:pt x="8112493" y="570503"/>
                  <a:pt x="8105752" y="580983"/>
                  <a:pt x="8104845" y="593172"/>
                </a:cubicBezTo>
                <a:cubicBezTo>
                  <a:pt x="8104654" y="595478"/>
                  <a:pt x="8104732" y="598018"/>
                  <a:pt x="8105615" y="599991"/>
                </a:cubicBezTo>
                <a:lnTo>
                  <a:pt x="8109090" y="602108"/>
                </a:lnTo>
                <a:lnTo>
                  <a:pt x="8092049" y="599788"/>
                </a:lnTo>
                <a:cubicBezTo>
                  <a:pt x="8074125" y="597229"/>
                  <a:pt x="8051995" y="593399"/>
                  <a:pt x="8047646" y="588557"/>
                </a:cubicBezTo>
                <a:cubicBezTo>
                  <a:pt x="8047278" y="588065"/>
                  <a:pt x="7852240" y="650342"/>
                  <a:pt x="7793637" y="681868"/>
                </a:cubicBezTo>
                <a:cubicBezTo>
                  <a:pt x="7757179" y="701583"/>
                  <a:pt x="7034011" y="1031296"/>
                  <a:pt x="6007741" y="1095470"/>
                </a:cubicBezTo>
                <a:cubicBezTo>
                  <a:pt x="5971519" y="1097710"/>
                  <a:pt x="5937353" y="1100506"/>
                  <a:pt x="5902533" y="1103650"/>
                </a:cubicBezTo>
                <a:cubicBezTo>
                  <a:pt x="5594429" y="1129961"/>
                  <a:pt x="5292360" y="1161179"/>
                  <a:pt x="5164222" y="1163546"/>
                </a:cubicBezTo>
                <a:cubicBezTo>
                  <a:pt x="5063988" y="1165217"/>
                  <a:pt x="4549164" y="1138992"/>
                  <a:pt x="4395075" y="1082763"/>
                </a:cubicBezTo>
                <a:cubicBezTo>
                  <a:pt x="4237527" y="1025076"/>
                  <a:pt x="4088158" y="958345"/>
                  <a:pt x="3939440" y="891265"/>
                </a:cubicBezTo>
                <a:cubicBezTo>
                  <a:pt x="3874968" y="862299"/>
                  <a:pt x="3806689" y="837016"/>
                  <a:pt x="3747894" y="801994"/>
                </a:cubicBezTo>
                <a:cubicBezTo>
                  <a:pt x="3689082" y="766706"/>
                  <a:pt x="3632839" y="729495"/>
                  <a:pt x="3569553" y="697970"/>
                </a:cubicBezTo>
                <a:cubicBezTo>
                  <a:pt x="3551464" y="688887"/>
                  <a:pt x="3533327" y="679005"/>
                  <a:pt x="3507813" y="680216"/>
                </a:cubicBezTo>
                <a:cubicBezTo>
                  <a:pt x="3502099" y="680371"/>
                  <a:pt x="3496101" y="681365"/>
                  <a:pt x="3490455" y="682587"/>
                </a:cubicBezTo>
                <a:cubicBezTo>
                  <a:pt x="3484140" y="683888"/>
                  <a:pt x="3479298" y="687159"/>
                  <a:pt x="3477246" y="691971"/>
                </a:cubicBezTo>
                <a:cubicBezTo>
                  <a:pt x="3475230" y="697315"/>
                  <a:pt x="3479426" y="699760"/>
                  <a:pt x="3484273" y="701857"/>
                </a:cubicBezTo>
                <a:cubicBezTo>
                  <a:pt x="3487733" y="703316"/>
                  <a:pt x="3491260" y="705843"/>
                  <a:pt x="3495638" y="705849"/>
                </a:cubicBezTo>
                <a:cubicBezTo>
                  <a:pt x="3523576" y="705686"/>
                  <a:pt x="3534967" y="720681"/>
                  <a:pt x="3548914" y="733487"/>
                </a:cubicBezTo>
                <a:cubicBezTo>
                  <a:pt x="3554984" y="738925"/>
                  <a:pt x="3561304" y="742991"/>
                  <a:pt x="3551504" y="753036"/>
                </a:cubicBezTo>
                <a:cubicBezTo>
                  <a:pt x="3542974" y="761854"/>
                  <a:pt x="3552584" y="764716"/>
                  <a:pt x="3562075" y="765715"/>
                </a:cubicBezTo>
                <a:cubicBezTo>
                  <a:pt x="3575293" y="767067"/>
                  <a:pt x="3590630" y="764672"/>
                  <a:pt x="3605942" y="772481"/>
                </a:cubicBezTo>
                <a:cubicBezTo>
                  <a:pt x="3550860" y="779958"/>
                  <a:pt x="3525860" y="757484"/>
                  <a:pt x="3499309" y="737079"/>
                </a:cubicBezTo>
                <a:cubicBezTo>
                  <a:pt x="3489410" y="729689"/>
                  <a:pt x="3482419" y="720334"/>
                  <a:pt x="3473788" y="711717"/>
                </a:cubicBezTo>
                <a:cubicBezTo>
                  <a:pt x="3463019" y="701211"/>
                  <a:pt x="3451290" y="702093"/>
                  <a:pt x="3437248" y="714263"/>
                </a:cubicBezTo>
                <a:cubicBezTo>
                  <a:pt x="3424810" y="725164"/>
                  <a:pt x="3418411" y="725135"/>
                  <a:pt x="3413254" y="712874"/>
                </a:cubicBezTo>
                <a:cubicBezTo>
                  <a:pt x="3405299" y="693706"/>
                  <a:pt x="3389031" y="681450"/>
                  <a:pt x="3362511" y="677414"/>
                </a:cubicBezTo>
                <a:cubicBezTo>
                  <a:pt x="3356728" y="676504"/>
                  <a:pt x="3349492" y="673891"/>
                  <a:pt x="3344467" y="679599"/>
                </a:cubicBezTo>
                <a:cubicBezTo>
                  <a:pt x="3340061" y="684428"/>
                  <a:pt x="3344392" y="689004"/>
                  <a:pt x="3347971" y="692328"/>
                </a:cubicBezTo>
                <a:cubicBezTo>
                  <a:pt x="3354407" y="698260"/>
                  <a:pt x="3360162" y="704004"/>
                  <a:pt x="3363008" y="711713"/>
                </a:cubicBezTo>
                <a:cubicBezTo>
                  <a:pt x="3365019" y="716838"/>
                  <a:pt x="3367062" y="722495"/>
                  <a:pt x="3362637" y="727058"/>
                </a:cubicBezTo>
                <a:cubicBezTo>
                  <a:pt x="3344342" y="746453"/>
                  <a:pt x="3358884" y="752745"/>
                  <a:pt x="3376167" y="759779"/>
                </a:cubicBezTo>
                <a:cubicBezTo>
                  <a:pt x="3400002" y="769239"/>
                  <a:pt x="3410177" y="786259"/>
                  <a:pt x="3406203" y="808483"/>
                </a:cubicBezTo>
                <a:cubicBezTo>
                  <a:pt x="3404757" y="817516"/>
                  <a:pt x="3406433" y="822682"/>
                  <a:pt x="3420116" y="820757"/>
                </a:cubicBezTo>
                <a:cubicBezTo>
                  <a:pt x="3425463" y="820110"/>
                  <a:pt x="3426984" y="822878"/>
                  <a:pt x="3429194" y="825831"/>
                </a:cubicBezTo>
                <a:cubicBezTo>
                  <a:pt x="3476758" y="896035"/>
                  <a:pt x="3542778" y="954609"/>
                  <a:pt x="3619149" y="1006561"/>
                </a:cubicBezTo>
                <a:cubicBezTo>
                  <a:pt x="3681093" y="1048718"/>
                  <a:pt x="3748746" y="1085351"/>
                  <a:pt x="3818654" y="1120369"/>
                </a:cubicBezTo>
                <a:cubicBezTo>
                  <a:pt x="3820742" y="1121458"/>
                  <a:pt x="3822850" y="1122813"/>
                  <a:pt x="3824021" y="1125355"/>
                </a:cubicBezTo>
                <a:cubicBezTo>
                  <a:pt x="3791940" y="1123873"/>
                  <a:pt x="3763844" y="1116270"/>
                  <a:pt x="3736668" y="1107215"/>
                </a:cubicBezTo>
                <a:cubicBezTo>
                  <a:pt x="3664431" y="1083216"/>
                  <a:pt x="3602610" y="1048291"/>
                  <a:pt x="3540174" y="1014247"/>
                </a:cubicBezTo>
                <a:cubicBezTo>
                  <a:pt x="3502142" y="993353"/>
                  <a:pt x="3463159" y="973379"/>
                  <a:pt x="3421640" y="955861"/>
                </a:cubicBezTo>
                <a:cubicBezTo>
                  <a:pt x="3414719" y="952940"/>
                  <a:pt x="3409737" y="948712"/>
                  <a:pt x="3404753" y="944484"/>
                </a:cubicBezTo>
                <a:cubicBezTo>
                  <a:pt x="3401911" y="942144"/>
                  <a:pt x="3398417" y="940152"/>
                  <a:pt x="3393138" y="941865"/>
                </a:cubicBezTo>
                <a:cubicBezTo>
                  <a:pt x="3386540" y="944006"/>
                  <a:pt x="3386126" y="948083"/>
                  <a:pt x="3385712" y="952159"/>
                </a:cubicBezTo>
                <a:cubicBezTo>
                  <a:pt x="3384520" y="965187"/>
                  <a:pt x="3389594" y="976116"/>
                  <a:pt x="3398641" y="986025"/>
                </a:cubicBezTo>
                <a:cubicBezTo>
                  <a:pt x="3422140" y="1011364"/>
                  <a:pt x="3455589" y="1029056"/>
                  <a:pt x="3489975" y="1045560"/>
                </a:cubicBezTo>
                <a:cubicBezTo>
                  <a:pt x="3534421" y="1066751"/>
                  <a:pt x="3577600" y="1089169"/>
                  <a:pt x="3617273" y="1114697"/>
                </a:cubicBezTo>
                <a:cubicBezTo>
                  <a:pt x="3620082" y="1116503"/>
                  <a:pt x="3625178" y="1117229"/>
                  <a:pt x="3623898" y="1123556"/>
                </a:cubicBezTo>
                <a:cubicBezTo>
                  <a:pt x="3599276" y="1112313"/>
                  <a:pt x="3576007" y="1101173"/>
                  <a:pt x="3552438" y="1090606"/>
                </a:cubicBezTo>
                <a:cubicBezTo>
                  <a:pt x="3529203" y="1079998"/>
                  <a:pt x="3505634" y="1069432"/>
                  <a:pt x="3482417" y="1059092"/>
                </a:cubicBezTo>
                <a:cubicBezTo>
                  <a:pt x="3476868" y="1056543"/>
                  <a:pt x="3470899" y="1052702"/>
                  <a:pt x="3463468" y="1057629"/>
                </a:cubicBezTo>
                <a:cubicBezTo>
                  <a:pt x="3455703" y="1062595"/>
                  <a:pt x="3457128" y="1069134"/>
                  <a:pt x="3459472" y="1074217"/>
                </a:cubicBezTo>
                <a:cubicBezTo>
                  <a:pt x="3466821" y="1089165"/>
                  <a:pt x="3478729" y="1101681"/>
                  <a:pt x="3494211" y="1112153"/>
                </a:cubicBezTo>
                <a:cubicBezTo>
                  <a:pt x="3546907" y="1146573"/>
                  <a:pt x="3606933" y="1174465"/>
                  <a:pt x="3663137" y="1205775"/>
                </a:cubicBezTo>
                <a:cubicBezTo>
                  <a:pt x="3693512" y="1222766"/>
                  <a:pt x="3721631" y="1241370"/>
                  <a:pt x="3748466" y="1260936"/>
                </a:cubicBezTo>
                <a:cubicBezTo>
                  <a:pt x="3754470" y="1265310"/>
                  <a:pt x="3754440" y="1270144"/>
                  <a:pt x="3753142" y="1276208"/>
                </a:cubicBezTo>
                <a:cubicBezTo>
                  <a:pt x="3747968" y="1300726"/>
                  <a:pt x="3758834" y="1307462"/>
                  <a:pt x="3791960" y="1298886"/>
                </a:cubicBezTo>
                <a:cubicBezTo>
                  <a:pt x="3802234" y="1296299"/>
                  <a:pt x="3809336" y="1296782"/>
                  <a:pt x="3816039" y="1301606"/>
                </a:cubicBezTo>
                <a:cubicBezTo>
                  <a:pt x="3897299" y="1361555"/>
                  <a:pt x="3991895" y="1408883"/>
                  <a:pt x="4094439" y="1448806"/>
                </a:cubicBezTo>
                <a:cubicBezTo>
                  <a:pt x="4136210" y="1464953"/>
                  <a:pt x="4179249" y="1479874"/>
                  <a:pt x="4222870" y="1493379"/>
                </a:cubicBezTo>
                <a:cubicBezTo>
                  <a:pt x="4222955" y="1494711"/>
                  <a:pt x="4223057" y="1496309"/>
                  <a:pt x="4223141" y="1497641"/>
                </a:cubicBezTo>
                <a:cubicBezTo>
                  <a:pt x="4222925" y="1499546"/>
                  <a:pt x="4222659" y="1500653"/>
                  <a:pt x="4222428" y="1502292"/>
                </a:cubicBezTo>
                <a:cubicBezTo>
                  <a:pt x="4160784" y="1480767"/>
                  <a:pt x="4099761" y="1458363"/>
                  <a:pt x="4039973" y="1434198"/>
                </a:cubicBezTo>
                <a:cubicBezTo>
                  <a:pt x="3877889" y="1368737"/>
                  <a:pt x="3722432" y="1296301"/>
                  <a:pt x="3564773" y="1226279"/>
                </a:cubicBezTo>
                <a:cubicBezTo>
                  <a:pt x="3511752" y="1202636"/>
                  <a:pt x="3468897" y="1169442"/>
                  <a:pt x="3420650" y="1141464"/>
                </a:cubicBezTo>
                <a:cubicBezTo>
                  <a:pt x="3388486" y="1122812"/>
                  <a:pt x="3357590" y="1102932"/>
                  <a:pt x="3320669" y="1088883"/>
                </a:cubicBezTo>
                <a:cubicBezTo>
                  <a:pt x="3305491" y="1083205"/>
                  <a:pt x="3289697" y="1078406"/>
                  <a:pt x="3270102" y="1082659"/>
                </a:cubicBezTo>
                <a:cubicBezTo>
                  <a:pt x="3262467" y="1084389"/>
                  <a:pt x="3253881" y="1087040"/>
                  <a:pt x="3251648" y="1094290"/>
                </a:cubicBezTo>
                <a:cubicBezTo>
                  <a:pt x="3249750" y="1101498"/>
                  <a:pt x="3256970" y="1103846"/>
                  <a:pt x="3263506" y="1106005"/>
                </a:cubicBezTo>
                <a:cubicBezTo>
                  <a:pt x="3265227" y="1106604"/>
                  <a:pt x="3266966" y="1107467"/>
                  <a:pt x="3268636" y="1107265"/>
                </a:cubicBezTo>
                <a:cubicBezTo>
                  <a:pt x="3300482" y="1105018"/>
                  <a:pt x="3309121" y="1124372"/>
                  <a:pt x="3325089" y="1137201"/>
                </a:cubicBezTo>
                <a:cubicBezTo>
                  <a:pt x="3330055" y="1141164"/>
                  <a:pt x="3330677" y="1145651"/>
                  <a:pt x="3326003" y="1151585"/>
                </a:cubicBezTo>
                <a:cubicBezTo>
                  <a:pt x="3317592" y="1162266"/>
                  <a:pt x="3324211" y="1165760"/>
                  <a:pt x="3336410" y="1166967"/>
                </a:cubicBezTo>
                <a:cubicBezTo>
                  <a:pt x="3348608" y="1168175"/>
                  <a:pt x="3361690" y="1167395"/>
                  <a:pt x="3375112" y="1171943"/>
                </a:cubicBezTo>
                <a:cubicBezTo>
                  <a:pt x="3354718" y="1179513"/>
                  <a:pt x="3340011" y="1175927"/>
                  <a:pt x="3326222" y="1170885"/>
                </a:cubicBezTo>
                <a:cubicBezTo>
                  <a:pt x="3295216" y="1159877"/>
                  <a:pt x="3274464" y="1140648"/>
                  <a:pt x="3254679" y="1120765"/>
                </a:cubicBezTo>
                <a:cubicBezTo>
                  <a:pt x="3250733" y="1116948"/>
                  <a:pt x="3247420" y="1112518"/>
                  <a:pt x="3242188" y="1109662"/>
                </a:cubicBezTo>
                <a:cubicBezTo>
                  <a:pt x="3232391" y="1103869"/>
                  <a:pt x="3222316" y="1104284"/>
                  <a:pt x="3211499" y="1114184"/>
                </a:cubicBezTo>
                <a:cubicBezTo>
                  <a:pt x="3197173" y="1127194"/>
                  <a:pt x="3191777" y="1127042"/>
                  <a:pt x="3185849" y="1113265"/>
                </a:cubicBezTo>
                <a:cubicBezTo>
                  <a:pt x="3177929" y="1094629"/>
                  <a:pt x="3162028" y="1082865"/>
                  <a:pt x="3135843" y="1078789"/>
                </a:cubicBezTo>
                <a:cubicBezTo>
                  <a:pt x="3130396" y="1077837"/>
                  <a:pt x="3124578" y="1076395"/>
                  <a:pt x="3119118" y="1080546"/>
                </a:cubicBezTo>
                <a:cubicBezTo>
                  <a:pt x="3113359" y="1085269"/>
                  <a:pt x="3117622" y="1088780"/>
                  <a:pt x="3120198" y="1092226"/>
                </a:cubicBezTo>
                <a:cubicBezTo>
                  <a:pt x="3123912" y="1097682"/>
                  <a:pt x="3128295" y="1103057"/>
                  <a:pt x="3131691" y="1108819"/>
                </a:cubicBezTo>
                <a:cubicBezTo>
                  <a:pt x="3137665" y="1118027"/>
                  <a:pt x="3139328" y="1128295"/>
                  <a:pt x="3129914" y="1139097"/>
                </a:cubicBezTo>
                <a:cubicBezTo>
                  <a:pt x="3123003" y="1146915"/>
                  <a:pt x="3123960" y="1151361"/>
                  <a:pt x="3133955" y="1154983"/>
                </a:cubicBezTo>
                <a:cubicBezTo>
                  <a:pt x="3165979" y="1166136"/>
                  <a:pt x="3186931" y="1183194"/>
                  <a:pt x="3178170" y="1214855"/>
                </a:cubicBezTo>
                <a:cubicBezTo>
                  <a:pt x="3176770" y="1219320"/>
                  <a:pt x="3179046" y="1223338"/>
                  <a:pt x="3185378" y="1222303"/>
                </a:cubicBezTo>
                <a:cubicBezTo>
                  <a:pt x="3199361" y="1219805"/>
                  <a:pt x="3202140" y="1226447"/>
                  <a:pt x="3206608" y="1233153"/>
                </a:cubicBezTo>
                <a:cubicBezTo>
                  <a:pt x="3250090" y="1297409"/>
                  <a:pt x="3310389" y="1350771"/>
                  <a:pt x="3379140" y="1399351"/>
                </a:cubicBezTo>
                <a:cubicBezTo>
                  <a:pt x="3447189" y="1447479"/>
                  <a:pt x="3522881" y="1488775"/>
                  <a:pt x="3603118" y="1527375"/>
                </a:cubicBezTo>
                <a:cubicBezTo>
                  <a:pt x="3581296" y="1528405"/>
                  <a:pt x="3552602" y="1521951"/>
                  <a:pt x="3524809" y="1513774"/>
                </a:cubicBezTo>
                <a:cubicBezTo>
                  <a:pt x="3451354" y="1491802"/>
                  <a:pt x="3389901" y="1457369"/>
                  <a:pt x="3327498" y="1423859"/>
                </a:cubicBezTo>
                <a:cubicBezTo>
                  <a:pt x="3283917" y="1400416"/>
                  <a:pt x="3241288" y="1376052"/>
                  <a:pt x="3192949" y="1357211"/>
                </a:cubicBezTo>
                <a:cubicBezTo>
                  <a:pt x="3187434" y="1355196"/>
                  <a:pt x="3183538" y="1352177"/>
                  <a:pt x="3180259" y="1348280"/>
                </a:cubicBezTo>
                <a:cubicBezTo>
                  <a:pt x="3177348" y="1344874"/>
                  <a:pt x="3173119" y="1341896"/>
                  <a:pt x="3166204" y="1344345"/>
                </a:cubicBezTo>
                <a:cubicBezTo>
                  <a:pt x="3159306" y="1347059"/>
                  <a:pt x="3158942" y="1351935"/>
                  <a:pt x="3159212" y="1356197"/>
                </a:cubicBezTo>
                <a:cubicBezTo>
                  <a:pt x="3161232" y="1372059"/>
                  <a:pt x="3167827" y="1385754"/>
                  <a:pt x="3181004" y="1397043"/>
                </a:cubicBezTo>
                <a:cubicBezTo>
                  <a:pt x="3206688" y="1419701"/>
                  <a:pt x="3240037" y="1435794"/>
                  <a:pt x="3273385" y="1451888"/>
                </a:cubicBezTo>
                <a:cubicBezTo>
                  <a:pt x="3319573" y="1473941"/>
                  <a:pt x="3362569" y="1498797"/>
                  <a:pt x="3401776" y="1527602"/>
                </a:cubicBezTo>
                <a:cubicBezTo>
                  <a:pt x="3374012" y="1514591"/>
                  <a:pt x="3346230" y="1501313"/>
                  <a:pt x="3318130" y="1488342"/>
                </a:cubicBezTo>
                <a:cubicBezTo>
                  <a:pt x="3296969" y="1478558"/>
                  <a:pt x="3275173" y="1469387"/>
                  <a:pt x="3253694" y="1459909"/>
                </a:cubicBezTo>
                <a:cubicBezTo>
                  <a:pt x="3248495" y="1457587"/>
                  <a:pt x="3242945" y="1455038"/>
                  <a:pt x="3236182" y="1459882"/>
                </a:cubicBezTo>
                <a:cubicBezTo>
                  <a:pt x="3230053" y="1464115"/>
                  <a:pt x="3231378" y="1469055"/>
                  <a:pt x="3233020" y="1473687"/>
                </a:cubicBezTo>
                <a:cubicBezTo>
                  <a:pt x="3239235" y="1491993"/>
                  <a:pt x="3254236" y="1505477"/>
                  <a:pt x="3272474" y="1516958"/>
                </a:cubicBezTo>
                <a:cubicBezTo>
                  <a:pt x="3294559" y="1530657"/>
                  <a:pt x="3317595" y="1543436"/>
                  <a:pt x="3341300" y="1556133"/>
                </a:cubicBezTo>
                <a:cubicBezTo>
                  <a:pt x="3316637" y="1554825"/>
                  <a:pt x="3291973" y="1553517"/>
                  <a:pt x="3267359" y="1553009"/>
                </a:cubicBezTo>
                <a:cubicBezTo>
                  <a:pt x="3280352" y="1582573"/>
                  <a:pt x="3306470" y="1585584"/>
                  <a:pt x="3329832" y="1587586"/>
                </a:cubicBezTo>
                <a:cubicBezTo>
                  <a:pt x="3361297" y="1589949"/>
                  <a:pt x="3391527" y="1594072"/>
                  <a:pt x="3421490" y="1599301"/>
                </a:cubicBezTo>
                <a:cubicBezTo>
                  <a:pt x="3434412" y="1606594"/>
                  <a:pt x="3447319" y="1613621"/>
                  <a:pt x="3459923" y="1621220"/>
                </a:cubicBezTo>
                <a:cubicBezTo>
                  <a:pt x="3472880" y="1629046"/>
                  <a:pt x="3485168" y="1636952"/>
                  <a:pt x="3497490" y="1645392"/>
                </a:cubicBezTo>
                <a:cubicBezTo>
                  <a:pt x="3506301" y="1651572"/>
                  <a:pt x="3516714" y="1656484"/>
                  <a:pt x="3507803" y="1669911"/>
                </a:cubicBezTo>
                <a:cubicBezTo>
                  <a:pt x="3503816" y="1676032"/>
                  <a:pt x="3534148" y="1702959"/>
                  <a:pt x="3543290" y="1703729"/>
                </a:cubicBezTo>
                <a:cubicBezTo>
                  <a:pt x="3544644" y="1703834"/>
                  <a:pt x="3545996" y="1703940"/>
                  <a:pt x="3546999" y="1703818"/>
                </a:cubicBezTo>
                <a:cubicBezTo>
                  <a:pt x="3566312" y="1700405"/>
                  <a:pt x="3571232" y="1708935"/>
                  <a:pt x="3572295" y="1720349"/>
                </a:cubicBezTo>
                <a:cubicBezTo>
                  <a:pt x="3573341" y="1731497"/>
                  <a:pt x="3570880" y="1745753"/>
                  <a:pt x="3596922" y="1736961"/>
                </a:cubicBezTo>
                <a:cubicBezTo>
                  <a:pt x="3599895" y="1736064"/>
                  <a:pt x="3600664" y="1737582"/>
                  <a:pt x="3602119" y="1739285"/>
                </a:cubicBezTo>
                <a:cubicBezTo>
                  <a:pt x="3633888" y="1783486"/>
                  <a:pt x="3684678" y="1814377"/>
                  <a:pt x="3734798" y="1845349"/>
                </a:cubicBezTo>
                <a:cubicBezTo>
                  <a:pt x="3737590" y="1846890"/>
                  <a:pt x="3740383" y="1848430"/>
                  <a:pt x="3743174" y="1849972"/>
                </a:cubicBezTo>
                <a:cubicBezTo>
                  <a:pt x="3692460" y="1846720"/>
                  <a:pt x="3526297" y="1854765"/>
                  <a:pt x="3478101" y="1864630"/>
                </a:cubicBezTo>
                <a:cubicBezTo>
                  <a:pt x="3435216" y="1873314"/>
                  <a:pt x="3187933" y="1844748"/>
                  <a:pt x="3135293" y="1816496"/>
                </a:cubicBezTo>
                <a:cubicBezTo>
                  <a:pt x="3129987" y="1844249"/>
                  <a:pt x="3145700" y="1853084"/>
                  <a:pt x="3158510" y="1863880"/>
                </a:cubicBezTo>
                <a:cubicBezTo>
                  <a:pt x="3176652" y="1879130"/>
                  <a:pt x="3180104" y="1891061"/>
                  <a:pt x="3148907" y="1908797"/>
                </a:cubicBezTo>
                <a:cubicBezTo>
                  <a:pt x="3059526" y="1959351"/>
                  <a:pt x="3060614" y="1960561"/>
                  <a:pt x="3150229" y="2003660"/>
                </a:cubicBezTo>
                <a:cubicBezTo>
                  <a:pt x="3154391" y="2005572"/>
                  <a:pt x="3152878" y="2013539"/>
                  <a:pt x="3154219" y="2018746"/>
                </a:cubicBezTo>
                <a:cubicBezTo>
                  <a:pt x="3132340" y="2029448"/>
                  <a:pt x="3104621" y="2011868"/>
                  <a:pt x="3079313" y="2037482"/>
                </a:cubicBezTo>
                <a:cubicBezTo>
                  <a:pt x="3200844" y="2121812"/>
                  <a:pt x="3382216" y="2194063"/>
                  <a:pt x="3545961" y="2248584"/>
                </a:cubicBezTo>
                <a:cubicBezTo>
                  <a:pt x="3418859" y="2288406"/>
                  <a:pt x="3336249" y="2212515"/>
                  <a:pt x="3242382" y="2234890"/>
                </a:cubicBezTo>
                <a:cubicBezTo>
                  <a:pt x="3196963" y="2267233"/>
                  <a:pt x="3340047" y="2293389"/>
                  <a:pt x="3206852" y="2322137"/>
                </a:cubicBezTo>
                <a:cubicBezTo>
                  <a:pt x="3266485" y="2338535"/>
                  <a:pt x="3311047" y="2356223"/>
                  <a:pt x="3352854" y="2378270"/>
                </a:cubicBezTo>
                <a:cubicBezTo>
                  <a:pt x="3427094" y="2417864"/>
                  <a:pt x="3443161" y="2448130"/>
                  <a:pt x="3414532" y="2516826"/>
                </a:cubicBezTo>
                <a:cubicBezTo>
                  <a:pt x="3395525" y="2562076"/>
                  <a:pt x="3366606" y="2605038"/>
                  <a:pt x="3397577" y="2652556"/>
                </a:cubicBezTo>
                <a:cubicBezTo>
                  <a:pt x="3418842" y="2685144"/>
                  <a:pt x="3412947" y="2708944"/>
                  <a:pt x="3339773" y="2701969"/>
                </a:cubicBezTo>
                <a:cubicBezTo>
                  <a:pt x="3260852" y="2694617"/>
                  <a:pt x="3233446" y="2729610"/>
                  <a:pt x="3257041" y="2788223"/>
                </a:cubicBezTo>
                <a:cubicBezTo>
                  <a:pt x="3272229" y="2825841"/>
                  <a:pt x="3259642" y="2839714"/>
                  <a:pt x="3205892" y="2841661"/>
                </a:cubicBezTo>
                <a:cubicBezTo>
                  <a:pt x="3146428" y="2843763"/>
                  <a:pt x="3088665" y="2824990"/>
                  <a:pt x="3016267" y="2846107"/>
                </a:cubicBezTo>
                <a:cubicBezTo>
                  <a:pt x="3079284" y="2910414"/>
                  <a:pt x="3202965" y="2875032"/>
                  <a:pt x="3275450" y="2934701"/>
                </a:cubicBezTo>
                <a:cubicBezTo>
                  <a:pt x="3194271" y="2944802"/>
                  <a:pt x="3132104" y="2952064"/>
                  <a:pt x="3071009" y="2944432"/>
                </a:cubicBezTo>
                <a:cubicBezTo>
                  <a:pt x="3045559" y="2941340"/>
                  <a:pt x="3017770" y="2938533"/>
                  <a:pt x="3005039" y="2960743"/>
                </a:cubicBezTo>
                <a:cubicBezTo>
                  <a:pt x="2989910" y="2987540"/>
                  <a:pt x="3024584" y="2992735"/>
                  <a:pt x="3045255" y="2994795"/>
                </a:cubicBezTo>
                <a:cubicBezTo>
                  <a:pt x="3103524" y="3000354"/>
                  <a:pt x="3149512" y="3024578"/>
                  <a:pt x="3198769" y="3041966"/>
                </a:cubicBezTo>
                <a:cubicBezTo>
                  <a:pt x="3306591" y="3080177"/>
                  <a:pt x="3424230" y="3108608"/>
                  <a:pt x="3518098" y="3181525"/>
                </a:cubicBezTo>
                <a:cubicBezTo>
                  <a:pt x="3405474" y="3173693"/>
                  <a:pt x="3319103" y="3133957"/>
                  <a:pt x="3214876" y="3136382"/>
                </a:cubicBezTo>
                <a:cubicBezTo>
                  <a:pt x="3309623" y="3201944"/>
                  <a:pt x="3428070" y="3237794"/>
                  <a:pt x="3540876" y="3280232"/>
                </a:cubicBezTo>
                <a:cubicBezTo>
                  <a:pt x="3572951" y="3292185"/>
                  <a:pt x="3605372" y="3298995"/>
                  <a:pt x="3614558" y="3332242"/>
                </a:cubicBezTo>
                <a:cubicBezTo>
                  <a:pt x="3632460" y="3396643"/>
                  <a:pt x="3676382" y="3446619"/>
                  <a:pt x="3765439" y="3465091"/>
                </a:cubicBezTo>
                <a:cubicBezTo>
                  <a:pt x="3766125" y="3465276"/>
                  <a:pt x="3762072" y="3475699"/>
                  <a:pt x="3759506" y="3482990"/>
                </a:cubicBezTo>
                <a:cubicBezTo>
                  <a:pt x="3706514" y="3491555"/>
                  <a:pt x="3662256" y="3457457"/>
                  <a:pt x="3594905" y="3478499"/>
                </a:cubicBezTo>
                <a:cubicBezTo>
                  <a:pt x="3663098" y="3523656"/>
                  <a:pt x="3720597" y="3564741"/>
                  <a:pt x="3814430" y="3578876"/>
                </a:cubicBezTo>
                <a:cubicBezTo>
                  <a:pt x="3889563" y="3590177"/>
                  <a:pt x="3981512" y="3590582"/>
                  <a:pt x="4039126" y="3649369"/>
                </a:cubicBezTo>
                <a:cubicBezTo>
                  <a:pt x="3977790" y="3669682"/>
                  <a:pt x="3930328" y="3659325"/>
                  <a:pt x="3883152" y="3653497"/>
                </a:cubicBezTo>
                <a:cubicBezTo>
                  <a:pt x="3810528" y="3644576"/>
                  <a:pt x="3739087" y="3633097"/>
                  <a:pt x="3666446" y="3623911"/>
                </a:cubicBezTo>
                <a:cubicBezTo>
                  <a:pt x="3638957" y="3620530"/>
                  <a:pt x="3608896" y="3619071"/>
                  <a:pt x="3593589" y="3653674"/>
                </a:cubicBezTo>
                <a:cubicBezTo>
                  <a:pt x="3684581" y="3649631"/>
                  <a:pt x="3741824" y="3686720"/>
                  <a:pt x="3801238" y="3720862"/>
                </a:cubicBezTo>
                <a:cubicBezTo>
                  <a:pt x="3834791" y="3740152"/>
                  <a:pt x="3862819" y="3767894"/>
                  <a:pt x="3919545" y="3749213"/>
                </a:cubicBezTo>
                <a:cubicBezTo>
                  <a:pt x="3949563" y="3739403"/>
                  <a:pt x="3970044" y="3754371"/>
                  <a:pt x="3968059" y="3776085"/>
                </a:cubicBezTo>
                <a:cubicBezTo>
                  <a:pt x="3961477" y="3852579"/>
                  <a:pt x="4033657" y="3870411"/>
                  <a:pt x="4107750" y="3875932"/>
                </a:cubicBezTo>
                <a:cubicBezTo>
                  <a:pt x="4247829" y="3886613"/>
                  <a:pt x="4367192" y="3936847"/>
                  <a:pt x="4504087" y="3955698"/>
                </a:cubicBezTo>
                <a:cubicBezTo>
                  <a:pt x="4637239" y="3973931"/>
                  <a:pt x="5630348" y="4013091"/>
                  <a:pt x="5880284" y="3998656"/>
                </a:cubicBezTo>
                <a:cubicBezTo>
                  <a:pt x="7409751" y="3910310"/>
                  <a:pt x="8457142" y="3018967"/>
                  <a:pt x="8461494" y="3007971"/>
                </a:cubicBezTo>
                <a:cubicBezTo>
                  <a:pt x="8481448" y="2956432"/>
                  <a:pt x="8537247" y="2928466"/>
                  <a:pt x="8587378" y="2896089"/>
                </a:cubicBezTo>
                <a:cubicBezTo>
                  <a:pt x="8631032" y="2867717"/>
                  <a:pt x="8677604" y="2837649"/>
                  <a:pt x="8693826" y="2796225"/>
                </a:cubicBezTo>
                <a:cubicBezTo>
                  <a:pt x="8715249" y="2741288"/>
                  <a:pt x="8647790" y="2792407"/>
                  <a:pt x="8633488" y="2774007"/>
                </a:cubicBezTo>
                <a:cubicBezTo>
                  <a:pt x="8658507" y="2743865"/>
                  <a:pt x="8698366" y="2714075"/>
                  <a:pt x="8707444" y="2682105"/>
                </a:cubicBezTo>
                <a:cubicBezTo>
                  <a:pt x="8739824" y="2566518"/>
                  <a:pt x="8819561" y="2475526"/>
                  <a:pt x="8942552" y="2397549"/>
                </a:cubicBezTo>
                <a:cubicBezTo>
                  <a:pt x="8977822" y="2375023"/>
                  <a:pt x="8999812" y="2339612"/>
                  <a:pt x="9049260" y="2328253"/>
                </a:cubicBezTo>
                <a:cubicBezTo>
                  <a:pt x="9159134" y="2303404"/>
                  <a:pt x="9118356" y="2218151"/>
                  <a:pt x="9174304" y="2171379"/>
                </a:cubicBezTo>
                <a:cubicBezTo>
                  <a:pt x="9179581" y="2166982"/>
                  <a:pt x="9181728" y="2117398"/>
                  <a:pt x="9182228" y="2067678"/>
                </a:cubicBezTo>
                <a:lnTo>
                  <a:pt x="9182278" y="2047313"/>
                </a:lnTo>
                <a:lnTo>
                  <a:pt x="9184334" y="2047686"/>
                </a:lnTo>
                <a:cubicBezTo>
                  <a:pt x="9192950" y="2042242"/>
                  <a:pt x="9192359" y="2022485"/>
                  <a:pt x="9185124" y="1997142"/>
                </a:cubicBezTo>
                <a:lnTo>
                  <a:pt x="9181592" y="1987782"/>
                </a:lnTo>
                <a:lnTo>
                  <a:pt x="9181190" y="1974586"/>
                </a:lnTo>
                <a:cubicBezTo>
                  <a:pt x="9180902" y="1968441"/>
                  <a:pt x="9180584" y="1964399"/>
                  <a:pt x="9180252" y="1963164"/>
                </a:cubicBezTo>
                <a:cubicBezTo>
                  <a:pt x="9179760" y="1961378"/>
                  <a:pt x="9179284" y="1962333"/>
                  <a:pt x="9178804" y="1965349"/>
                </a:cubicBezTo>
                <a:lnTo>
                  <a:pt x="9177606" y="1977215"/>
                </a:lnTo>
                <a:lnTo>
                  <a:pt x="9169614" y="1956030"/>
                </a:lnTo>
                <a:cubicBezTo>
                  <a:pt x="9143144" y="1898537"/>
                  <a:pt x="9095234" y="1836160"/>
                  <a:pt x="9046406" y="1838718"/>
                </a:cubicBezTo>
                <a:cubicBezTo>
                  <a:pt x="9077129" y="1760642"/>
                  <a:pt x="9077129" y="1760642"/>
                  <a:pt x="8960873" y="1764524"/>
                </a:cubicBezTo>
                <a:cubicBezTo>
                  <a:pt x="9002330" y="1712259"/>
                  <a:pt x="9001568" y="1700272"/>
                  <a:pt x="8946755" y="1690806"/>
                </a:cubicBezTo>
                <a:cubicBezTo>
                  <a:pt x="8893980" y="1681628"/>
                  <a:pt x="8836186" y="1683529"/>
                  <a:pt x="8786897" y="1665607"/>
                </a:cubicBezTo>
                <a:cubicBezTo>
                  <a:pt x="8827191" y="1600331"/>
                  <a:pt x="8835148" y="1529576"/>
                  <a:pt x="8924505" y="1489227"/>
                </a:cubicBezTo>
                <a:cubicBezTo>
                  <a:pt x="8938584" y="1482958"/>
                  <a:pt x="8947122" y="1463671"/>
                  <a:pt x="8937122" y="1454681"/>
                </a:cubicBezTo>
                <a:cubicBezTo>
                  <a:pt x="8901654" y="1421129"/>
                  <a:pt x="8944526" y="1343460"/>
                  <a:pt x="8841119" y="1348202"/>
                </a:cubicBezTo>
                <a:cubicBezTo>
                  <a:pt x="8828354" y="1348673"/>
                  <a:pt x="8816185" y="1342631"/>
                  <a:pt x="8825548" y="1331028"/>
                </a:cubicBezTo>
                <a:cubicBezTo>
                  <a:pt x="8857711" y="1291432"/>
                  <a:pt x="8816096" y="1298887"/>
                  <a:pt x="8790413" y="1297436"/>
                </a:cubicBezTo>
                <a:cubicBezTo>
                  <a:pt x="8759333" y="1295832"/>
                  <a:pt x="8725565" y="1315490"/>
                  <a:pt x="8695944" y="1299752"/>
                </a:cubicBezTo>
                <a:cubicBezTo>
                  <a:pt x="8701338" y="1278697"/>
                  <a:pt x="8726082" y="1275968"/>
                  <a:pt x="8743050" y="1267471"/>
                </a:cubicBezTo>
                <a:cubicBezTo>
                  <a:pt x="8792636" y="1242406"/>
                  <a:pt x="8832648" y="1215014"/>
                  <a:pt x="8831902" y="1166250"/>
                </a:cubicBezTo>
                <a:cubicBezTo>
                  <a:pt x="8831416" y="1126849"/>
                  <a:pt x="8834560" y="1091573"/>
                  <a:pt x="8763628" y="1088084"/>
                </a:cubicBezTo>
                <a:cubicBezTo>
                  <a:pt x="8752484" y="1087556"/>
                  <a:pt x="8746480" y="1083182"/>
                  <a:pt x="8744052" y="1076766"/>
                </a:cubicBezTo>
                <a:cubicBezTo>
                  <a:pt x="8751664" y="1069402"/>
                  <a:pt x="8758926" y="1061811"/>
                  <a:pt x="8767977" y="1055883"/>
                </a:cubicBezTo>
                <a:cubicBezTo>
                  <a:pt x="8798386" y="1036363"/>
                  <a:pt x="8807604" y="1011893"/>
                  <a:pt x="8815418" y="986519"/>
                </a:cubicBezTo>
                <a:cubicBezTo>
                  <a:pt x="8820450" y="970342"/>
                  <a:pt x="8826500" y="954308"/>
                  <a:pt x="8839356" y="939330"/>
                </a:cubicBezTo>
                <a:cubicBezTo>
                  <a:pt x="8847184" y="930060"/>
                  <a:pt x="8857152" y="922680"/>
                  <a:pt x="8869964" y="917639"/>
                </a:cubicBezTo>
                <a:cubicBezTo>
                  <a:pt x="8881119" y="913066"/>
                  <a:pt x="8884190" y="908399"/>
                  <a:pt x="8876013" y="901606"/>
                </a:cubicBezTo>
                <a:cubicBezTo>
                  <a:pt x="8852888" y="882126"/>
                  <a:pt x="8842659" y="858937"/>
                  <a:pt x="8855230" y="828963"/>
                </a:cubicBezTo>
                <a:cubicBezTo>
                  <a:pt x="8859032" y="819911"/>
                  <a:pt x="8855550" y="812818"/>
                  <a:pt x="8844988" y="810876"/>
                </a:cubicBezTo>
                <a:cubicBezTo>
                  <a:pt x="8801020" y="802512"/>
                  <a:pt x="8788328" y="772374"/>
                  <a:pt x="8768255" y="747963"/>
                </a:cubicBezTo>
                <a:cubicBezTo>
                  <a:pt x="8739786" y="713294"/>
                  <a:pt x="8713605" y="677543"/>
                  <a:pt x="8692953" y="638707"/>
                </a:cubicBezTo>
                <a:cubicBezTo>
                  <a:pt x="8680700" y="615495"/>
                  <a:pt x="8668800" y="592509"/>
                  <a:pt x="8674423" y="564449"/>
                </a:cubicBezTo>
                <a:cubicBezTo>
                  <a:pt x="8675670" y="557588"/>
                  <a:pt x="8672308" y="552358"/>
                  <a:pt x="8667642" y="547822"/>
                </a:cubicBezTo>
                <a:cubicBezTo>
                  <a:pt x="8647856" y="527939"/>
                  <a:pt x="8648704" y="504214"/>
                  <a:pt x="8661198" y="478275"/>
                </a:cubicBezTo>
                <a:cubicBezTo>
                  <a:pt x="8668953" y="462573"/>
                  <a:pt x="8667832" y="460828"/>
                  <a:pt x="8645813" y="464032"/>
                </a:cubicBezTo>
                <a:cubicBezTo>
                  <a:pt x="8601088" y="470255"/>
                  <a:pt x="8556732" y="476969"/>
                  <a:pt x="8512338" y="477784"/>
                </a:cubicBezTo>
                <a:cubicBezTo>
                  <a:pt x="8462562" y="478712"/>
                  <a:pt x="8445778" y="468934"/>
                  <a:pt x="8481050" y="430572"/>
                </a:cubicBezTo>
                <a:cubicBezTo>
                  <a:pt x="8488612" y="422408"/>
                  <a:pt x="8495122" y="413567"/>
                  <a:pt x="8498220" y="404064"/>
                </a:cubicBezTo>
                <a:cubicBezTo>
                  <a:pt x="8500436" y="396549"/>
                  <a:pt x="8497776" y="391771"/>
                  <a:pt x="8489536" y="389280"/>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p:cNvSpPr>
            <a:spLocks noGrp="1"/>
          </p:cNvSpPr>
          <p:nvPr>
            <p:ph type="title"/>
          </p:nvPr>
        </p:nvSpPr>
        <p:spPr>
          <a:xfrm>
            <a:off x="1524000" y="4063296"/>
            <a:ext cx="9144000" cy="1724661"/>
          </a:xfrm>
        </p:spPr>
        <p:txBody>
          <a:bodyPr vert="horz" lIns="91440" tIns="45720" rIns="91440" bIns="45720" rtlCol="0" anchor="ctr">
            <a:normAutofit/>
          </a:bodyPr>
          <a:lstStyle/>
          <a:p>
            <a:pPr algn="ctr"/>
            <a:r>
              <a:rPr lang="en-US" sz="2800" kern="1200">
                <a:solidFill>
                  <a:schemeClr val="tx1"/>
                </a:solidFill>
                <a:latin typeface="+mj-lt"/>
                <a:ea typeface="+mj-ea"/>
                <a:cs typeface="+mj-cs"/>
              </a:rPr>
              <a:t>In the diagram above when we work </a:t>
            </a:r>
            <a:r>
              <a:rPr lang="en-US" sz="2800" b="1" kern="1200">
                <a:solidFill>
                  <a:schemeClr val="tx1"/>
                </a:solidFill>
                <a:latin typeface="+mj-lt"/>
                <a:ea typeface="+mj-ea"/>
                <a:cs typeface="+mj-cs"/>
              </a:rPr>
              <a:t>iteratively </a:t>
            </a:r>
            <a:r>
              <a:rPr lang="en-US" sz="2800" kern="1200">
                <a:solidFill>
                  <a:schemeClr val="tx1"/>
                </a:solidFill>
                <a:latin typeface="+mj-lt"/>
                <a:ea typeface="+mj-ea"/>
                <a:cs typeface="+mj-cs"/>
              </a:rPr>
              <a:t>we create rough product or product piece in one iteration, then review it and improve it in next iteration and so on until it’s finished.</a:t>
            </a:r>
          </a:p>
        </p:txBody>
      </p:sp>
      <p:pic>
        <p:nvPicPr>
          <p:cNvPr id="4" name="Content Placeholder 3" descr="Iterative-model-example.jpg"/>
          <p:cNvPicPr>
            <a:picLocks noChangeAspect="1"/>
          </p:cNvPicPr>
          <p:nvPr/>
        </p:nvPicPr>
        <p:blipFill>
          <a:blip r:embed="rId2"/>
          <a:stretch>
            <a:fillRect/>
          </a:stretch>
        </p:blipFill>
        <p:spPr>
          <a:xfrm>
            <a:off x="3502291" y="1507787"/>
            <a:ext cx="5184510" cy="139333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C1E5815-D54C-487F-A054-6D4930ADE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diagram of a process&#10;&#10;Description automatically generated">
            <a:extLst>
              <a:ext uri="{FF2B5EF4-FFF2-40B4-BE49-F238E27FC236}">
                <a16:creationId xmlns:a16="http://schemas.microsoft.com/office/drawing/2014/main" id="{B8744686-38EA-6F51-93AB-3EF65C6167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784040"/>
            <a:ext cx="9240039" cy="5289922"/>
          </a:xfrm>
          <a:prstGeom prst="rect">
            <a:avLst/>
          </a:prstGeom>
        </p:spPr>
      </p:pic>
      <p:sp>
        <p:nvSpPr>
          <p:cNvPr id="14" name="Freeform: Shape 13">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08496"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Iterative model:</a:t>
            </a:r>
            <a:endParaRPr lang="en-US" dirty="0"/>
          </a:p>
        </p:txBody>
      </p:sp>
      <p:graphicFrame>
        <p:nvGraphicFramePr>
          <p:cNvPr id="5" name="Content Placeholder 2">
            <a:extLst>
              <a:ext uri="{FF2B5EF4-FFF2-40B4-BE49-F238E27FC236}">
                <a16:creationId xmlns:a16="http://schemas.microsoft.com/office/drawing/2014/main" id="{C216997A-6EF2-EB9C-7BC1-C77FC4F6841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Disadvantages of Iterative model: </a:t>
            </a:r>
            <a:endParaRPr lang="en-US" dirty="0"/>
          </a:p>
        </p:txBody>
      </p:sp>
      <p:graphicFrame>
        <p:nvGraphicFramePr>
          <p:cNvPr id="5" name="Content Placeholder 2">
            <a:extLst>
              <a:ext uri="{FF2B5EF4-FFF2-40B4-BE49-F238E27FC236}">
                <a16:creationId xmlns:a16="http://schemas.microsoft.com/office/drawing/2014/main" id="{1966DF42-AE0C-5AAB-BD1C-DF9FAEEEFA5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479394" y="1070800"/>
            <a:ext cx="3939688" cy="5583126"/>
          </a:xfrm>
        </p:spPr>
        <p:txBody>
          <a:bodyPr>
            <a:normAutofit/>
          </a:bodyPr>
          <a:lstStyle/>
          <a:p>
            <a:pPr algn="ctr"/>
            <a:r>
              <a:rPr lang="en-US" sz="8000" b="1" dirty="0"/>
              <a:t>When to use iterative model:</a:t>
            </a:r>
            <a:endParaRPr lang="en-US" sz="8000" dirty="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23D6187-3183-57B0-A737-4333CF008DD8}"/>
              </a:ext>
            </a:extLst>
          </p:cNvPr>
          <p:cNvGraphicFramePr>
            <a:graphicFrameLocks noGrp="1"/>
          </p:cNvGraphicFramePr>
          <p:nvPr>
            <p:ph idx="1"/>
            <p:extLst>
              <p:ext uri="{D42A27DB-BD31-4B8C-83A1-F6EECF244321}">
                <p14:modId xmlns:p14="http://schemas.microsoft.com/office/powerpoint/2010/main" val="1458689464"/>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1314824" y="735106"/>
            <a:ext cx="10053763" cy="2928470"/>
          </a:xfrm>
        </p:spPr>
        <p:txBody>
          <a:bodyPr vert="horz" lIns="91440" tIns="45720" rIns="91440" bIns="45720" rtlCol="0" anchor="b">
            <a:normAutofit/>
          </a:bodyPr>
          <a:lstStyle/>
          <a:p>
            <a:r>
              <a:rPr lang="en-US" sz="13800" b="1" kern="1200" dirty="0">
                <a:solidFill>
                  <a:srgbClr val="FFFFFF"/>
                </a:solidFill>
                <a:latin typeface="+mj-lt"/>
                <a:ea typeface="+mj-ea"/>
                <a:cs typeface="+mj-cs"/>
              </a:rPr>
              <a:t>Spiral model</a:t>
            </a:r>
            <a:endParaRPr lang="en-US" sz="13800" kern="1200" dirty="0">
              <a:solidFill>
                <a:srgbClr val="FFFFFF"/>
              </a:solidFill>
              <a:latin typeface="+mj-lt"/>
              <a:ea typeface="+mj-ea"/>
              <a:cs typeface="+mj-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D79875CB-29AB-C2FC-F941-465E2DCCB5C4}"/>
              </a:ext>
            </a:extLst>
          </p:cNvPr>
          <p:cNvGraphicFramePr>
            <a:graphicFrameLocks noGrp="1"/>
          </p:cNvGraphicFramePr>
          <p:nvPr>
            <p:ph idx="1"/>
            <p:extLst>
              <p:ext uri="{D42A27DB-BD31-4B8C-83A1-F6EECF244321}">
                <p14:modId xmlns:p14="http://schemas.microsoft.com/office/powerpoint/2010/main" val="341774852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Freeform: Shape 11">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5" name="Picture 5">
            <a:extLst>
              <a:ext uri="{FF2B5EF4-FFF2-40B4-BE49-F238E27FC236}">
                <a16:creationId xmlns:a16="http://schemas.microsoft.com/office/drawing/2014/main" id="{A510204C-CF3E-F8CD-AF7E-F4168C69020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1094" b="10002"/>
          <a:stretch>
            <a:fillRect/>
          </a:stretch>
        </p:blipFill>
        <p:spPr bwMode="auto">
          <a:xfrm>
            <a:off x="1673158" y="369651"/>
            <a:ext cx="9875376" cy="618679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499924" y="851838"/>
            <a:ext cx="10877176" cy="2928470"/>
          </a:xfrm>
        </p:spPr>
        <p:txBody>
          <a:bodyPr vert="horz" lIns="91440" tIns="45720" rIns="91440" bIns="45720" rtlCol="0" anchor="b">
            <a:normAutofit fontScale="90000"/>
          </a:bodyPr>
          <a:lstStyle/>
          <a:p>
            <a:r>
              <a:rPr lang="en-US" sz="13800" b="1" kern="1200" dirty="0">
                <a:solidFill>
                  <a:srgbClr val="FFFFFF"/>
                </a:solidFill>
                <a:latin typeface="+mj-lt"/>
                <a:ea typeface="+mj-ea"/>
                <a:cs typeface="+mj-cs"/>
              </a:rPr>
              <a:t>Prototype model</a:t>
            </a:r>
            <a:endParaRPr lang="en-US" sz="13800" kern="1200" dirty="0">
              <a:solidFill>
                <a:srgbClr val="FFFFFF"/>
              </a:solidFill>
              <a:latin typeface="+mj-lt"/>
              <a:ea typeface="+mj-ea"/>
              <a:cs typeface="+mj-cs"/>
            </a:endParaRPr>
          </a:p>
        </p:txBody>
      </p:sp>
    </p:spTree>
    <p:extLst>
      <p:ext uri="{BB962C8B-B14F-4D97-AF65-F5344CB8AC3E}">
        <p14:creationId xmlns:p14="http://schemas.microsoft.com/office/powerpoint/2010/main" val="1679222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888CB68A-C3C9-DBE4-286E-4BA315F954CE}"/>
              </a:ext>
            </a:extLst>
          </p:cNvPr>
          <p:cNvGraphicFramePr>
            <a:graphicFrameLocks noGrp="1"/>
          </p:cNvGraphicFramePr>
          <p:nvPr>
            <p:ph idx="1"/>
          </p:nvPr>
        </p:nvGraphicFramePr>
        <p:xfrm>
          <a:off x="1981200" y="228601"/>
          <a:ext cx="8229600" cy="5897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Freeform: Shape 11">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3" name="Picture 2" descr="Prototyping Model in Software Engineering - Computer Notes">
            <a:extLst>
              <a:ext uri="{FF2B5EF4-FFF2-40B4-BE49-F238E27FC236}">
                <a16:creationId xmlns:a16="http://schemas.microsoft.com/office/drawing/2014/main" id="{959484B8-A515-FAEA-09A7-1FDA55DF1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7903" y="208106"/>
            <a:ext cx="7001497" cy="627504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011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50D2C598-11FF-8854-406F-77D7033C80CA}"/>
              </a:ext>
            </a:extLst>
          </p:cNvPr>
          <p:cNvPicPr>
            <a:picLocks noChangeAspect="1"/>
          </p:cNvPicPr>
          <p:nvPr/>
        </p:nvPicPr>
        <p:blipFill rotWithShape="1">
          <a:blip r:embed="rId2">
            <a:alphaModFix amt="50000"/>
          </a:blip>
          <a:srcRect t="23986"/>
          <a:stretch/>
        </p:blipFill>
        <p:spPr>
          <a:xfrm>
            <a:off x="20" y="1"/>
            <a:ext cx="12191980" cy="6857999"/>
          </a:xfrm>
          <a:prstGeom prst="rect">
            <a:avLst/>
          </a:prstGeom>
        </p:spPr>
      </p:pic>
      <p:sp>
        <p:nvSpPr>
          <p:cNvPr id="4" name="Title 3">
            <a:extLst>
              <a:ext uri="{FF2B5EF4-FFF2-40B4-BE49-F238E27FC236}">
                <a16:creationId xmlns:a16="http://schemas.microsoft.com/office/drawing/2014/main" id="{F98650FB-14DD-B8C3-D850-F45E17009364}"/>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dirty="0">
                <a:solidFill>
                  <a:srgbClr val="FFFFFF"/>
                </a:solidFill>
              </a:rPr>
              <a:t>End of TOPIC 2</a:t>
            </a:r>
          </a:p>
        </p:txBody>
      </p:sp>
    </p:spTree>
    <p:extLst>
      <p:ext uri="{BB962C8B-B14F-4D97-AF65-F5344CB8AC3E}">
        <p14:creationId xmlns:p14="http://schemas.microsoft.com/office/powerpoint/2010/main" val="195791942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979</TotalTime>
  <Words>1142</Words>
  <Application>Microsoft Office PowerPoint</Application>
  <PresentationFormat>Widescreen</PresentationFormat>
  <Paragraphs>99</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Wingdings 2</vt:lpstr>
      <vt:lpstr>Office Theme</vt:lpstr>
      <vt:lpstr>ADVANCED SYSTEMS ANALYSIS AND DESIGN</vt:lpstr>
      <vt:lpstr>Software Development Models? </vt:lpstr>
      <vt:lpstr>PowerPoint Presentation</vt:lpstr>
      <vt:lpstr>PowerPoint Presentation</vt:lpstr>
      <vt:lpstr>There are various Software development models or methodologies. They are as follows:</vt:lpstr>
      <vt:lpstr>Waterfall model</vt:lpstr>
      <vt:lpstr>PowerPoint Presentation</vt:lpstr>
      <vt:lpstr>PowerPoint Presentation</vt:lpstr>
      <vt:lpstr>V-model </vt:lpstr>
      <vt:lpstr>PowerPoint Presentation</vt:lpstr>
      <vt:lpstr>PowerPoint Presentation</vt:lpstr>
      <vt:lpstr>Incremental model</vt:lpstr>
      <vt:lpstr>PowerPoint Presentation</vt:lpstr>
      <vt:lpstr>PowerPoint Presentation</vt:lpstr>
      <vt:lpstr>In the diagram above when we work incrementally, we are adding piece by piece but expect that each piece is fully finished. Thus keep on adding the pieces until it’s complete.</vt:lpstr>
      <vt:lpstr>PowerPoint Presentation</vt:lpstr>
      <vt:lpstr>Advantages of Incremental model:</vt:lpstr>
      <vt:lpstr>Disadvantages of Incremental model:</vt:lpstr>
      <vt:lpstr>When to use the Incremental model:</vt:lpstr>
      <vt:lpstr>RAD model </vt:lpstr>
      <vt:lpstr>PowerPoint Presentation</vt:lpstr>
      <vt:lpstr>PowerPoint Presentation</vt:lpstr>
      <vt:lpstr>Agile model</vt:lpstr>
      <vt:lpstr>PowerPoint Presentation</vt:lpstr>
      <vt:lpstr>PowerPoint Presentation</vt:lpstr>
      <vt:lpstr>Iterative model</vt:lpstr>
      <vt:lpstr>PowerPoint Presentation</vt:lpstr>
      <vt:lpstr>In the diagram above when we work iteratively we create rough product or product piece in one iteration, then review it and improve it in next iteration and so on until it’s finished.</vt:lpstr>
      <vt:lpstr>PowerPoint Presentation</vt:lpstr>
      <vt:lpstr>Advantages of Iterative model:</vt:lpstr>
      <vt:lpstr> Disadvantages of Iterative model: </vt:lpstr>
      <vt:lpstr>When to use iterative model:</vt:lpstr>
      <vt:lpstr>Spiral model</vt:lpstr>
      <vt:lpstr>PowerPoint Presentation</vt:lpstr>
      <vt:lpstr>PowerPoint Presentation</vt:lpstr>
      <vt:lpstr>Prototype model</vt:lpstr>
      <vt:lpstr>PowerPoint Presentation</vt:lpstr>
      <vt:lpstr>PowerPoint Presentation</vt:lpstr>
      <vt:lpstr>End of TOPIC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عبدالملك العمري</dc:creator>
  <cp:lastModifiedBy>عبدالملك العمري</cp:lastModifiedBy>
  <cp:revision>16</cp:revision>
  <dcterms:created xsi:type="dcterms:W3CDTF">2023-08-29T18:46:27Z</dcterms:created>
  <dcterms:modified xsi:type="dcterms:W3CDTF">2023-09-11T18:19:50Z</dcterms:modified>
</cp:coreProperties>
</file>